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5"/>
  </p:notesMasterIdLst>
  <p:sldIdLst>
    <p:sldId id="328" r:id="rId2"/>
    <p:sldId id="320" r:id="rId3"/>
    <p:sldId id="321" r:id="rId4"/>
    <p:sldId id="323" r:id="rId5"/>
    <p:sldId id="348" r:id="rId6"/>
    <p:sldId id="350" r:id="rId7"/>
    <p:sldId id="352" r:id="rId8"/>
    <p:sldId id="354" r:id="rId9"/>
    <p:sldId id="353" r:id="rId10"/>
    <p:sldId id="344" r:id="rId11"/>
    <p:sldId id="346" r:id="rId12"/>
    <p:sldId id="347" r:id="rId13"/>
    <p:sldId id="303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黎文光" initials="黎文光" lastIdx="2" clrIdx="0">
    <p:extLst>
      <p:ext uri="{19B8F6BF-5375-455C-9EA6-DF929625EA0E}">
        <p15:presenceInfo xmlns:p15="http://schemas.microsoft.com/office/powerpoint/2012/main" userId="黎文光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40" autoAdjust="0"/>
    <p:restoredTop sz="96395" autoAdjust="0"/>
  </p:normalViewPr>
  <p:slideViewPr>
    <p:cSldViewPr snapToGrid="0">
      <p:cViewPr varScale="1">
        <p:scale>
          <a:sx n="115" d="100"/>
          <a:sy n="115" d="100"/>
        </p:scale>
        <p:origin x="90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06646-5905-4294-94C4-E572E58566D1}" type="datetimeFigureOut">
              <a:rPr lang="en-US" smtClean="0"/>
              <a:t>2022/09/12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2EC7F-AE3A-482E-8E8F-73AADA9E3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64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大標題文字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1" cy="1362076"/>
          </a:xfrm>
          <a:prstGeom prst="rect">
            <a:avLst/>
          </a:prstGeom>
        </p:spPr>
        <p:txBody>
          <a:bodyPr lIns="45718" tIns="45718" rIns="45718" bIns="45718" anchor="t">
            <a:normAutofit/>
          </a:bodyPr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lIns="45718" tIns="45718" rIns="45718" bIns="45718" anchor="b">
            <a:normAutofit/>
          </a:bodyPr>
          <a:lstStyle>
            <a:lvl1pPr marL="0" indent="0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1pPr>
            <a:lvl2pPr marL="0" indent="609570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2pPr>
            <a:lvl3pPr marL="0" indent="1219140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3pPr>
            <a:lvl4pPr marL="0" indent="1828708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4pPr>
            <a:lvl5pPr marL="0" indent="2438278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8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700" y="6614027"/>
            <a:ext cx="292705" cy="297450"/>
          </a:xfrm>
          <a:prstGeom prst="rect">
            <a:avLst/>
          </a:prstGeom>
        </p:spPr>
        <p:txBody>
          <a:bodyPr lIns="45718" tIns="45718" rIns="45718" bIns="45718"/>
          <a:lstStyle>
            <a:lvl1pPr defTabSz="914377"/>
          </a:lstStyle>
          <a:p>
            <a:pPr marL="0" marR="0" lvl="0" indent="0" algn="l" defTabSz="91437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37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317981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大標題文字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 lIns="45714" tIns="45714" rIns="45714" bIns="45714" anchor="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3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4"/>
          </a:xfrm>
          <a:prstGeom prst="rect">
            <a:avLst/>
          </a:prstGeom>
        </p:spPr>
        <p:txBody>
          <a:bodyPr lIns="45714" tIns="45714" rIns="45714" bIns="45714">
            <a:normAutofit/>
          </a:bodyPr>
          <a:lstStyle>
            <a:lvl1pPr marL="455050" indent="-455050">
              <a:spcBef>
                <a:spcPts val="800"/>
              </a:spcBef>
              <a:defRPr sz="3733"/>
            </a:lvl1pPr>
            <a:lvl2pPr marL="1051552" indent="-441998">
              <a:spcBef>
                <a:spcPts val="800"/>
              </a:spcBef>
              <a:defRPr sz="3733"/>
            </a:lvl2pPr>
            <a:lvl3pPr marL="1642835" indent="-423724">
              <a:spcBef>
                <a:spcPts val="800"/>
              </a:spcBef>
              <a:defRPr sz="3733"/>
            </a:lvl3pPr>
            <a:lvl4pPr marL="2299468" indent="-470804">
              <a:spcBef>
                <a:spcPts val="800"/>
              </a:spcBef>
              <a:defRPr sz="3733"/>
            </a:lvl4pPr>
            <a:lvl5pPr marL="2909022" indent="-470804">
              <a:spcBef>
                <a:spcPts val="800"/>
              </a:spcBef>
              <a:defRPr sz="37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5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32"/>
            <a:ext cx="292697" cy="297442"/>
          </a:xfrm>
          <a:prstGeom prst="rect">
            <a:avLst/>
          </a:prstGeom>
        </p:spPr>
        <p:txBody>
          <a:bodyPr lIns="45714" tIns="45714" rIns="45714" bIns="45714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773113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大標題文字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 lIns="45714" tIns="45714" rIns="45714" bIns="45714" anchor="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2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3"/>
            <a:ext cx="5386917" cy="639764"/>
          </a:xfrm>
          <a:prstGeom prst="rect">
            <a:avLst/>
          </a:prstGeom>
        </p:spPr>
        <p:txBody>
          <a:bodyPr lIns="45714" tIns="45714" rIns="45714" bIns="45714" anchor="b">
            <a:normAutofit/>
          </a:bodyPr>
          <a:lstStyle>
            <a:lvl1pPr marL="0" indent="0">
              <a:spcBef>
                <a:spcPts val="667"/>
              </a:spcBef>
              <a:buSzTx/>
              <a:buFontTx/>
              <a:buNone/>
              <a:defRPr sz="3200" b="1"/>
            </a:lvl1pPr>
            <a:lvl2pPr marL="0" indent="609507">
              <a:spcBef>
                <a:spcPts val="667"/>
              </a:spcBef>
              <a:buSzTx/>
              <a:buFontTx/>
              <a:buNone/>
              <a:defRPr sz="3200" b="1"/>
            </a:lvl2pPr>
            <a:lvl3pPr marL="0" indent="1219019">
              <a:spcBef>
                <a:spcPts val="667"/>
              </a:spcBef>
              <a:buSzTx/>
              <a:buFontTx/>
              <a:buNone/>
              <a:defRPr sz="3200" b="1"/>
            </a:lvl3pPr>
            <a:lvl4pPr marL="0" indent="1828526">
              <a:spcBef>
                <a:spcPts val="667"/>
              </a:spcBef>
              <a:buSzTx/>
              <a:buFontTx/>
              <a:buNone/>
              <a:defRPr sz="3200" b="1"/>
            </a:lvl4pPr>
            <a:lvl5pPr marL="0" indent="2438038">
              <a:spcBef>
                <a:spcPts val="667"/>
              </a:spcBef>
              <a:buSzTx/>
              <a:buFontTx/>
              <a:buNone/>
              <a:defRPr sz="3200" b="1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63" name="文字版面配置區 4"/>
          <p:cNvSpPr>
            <a:spLocks noGrp="1"/>
          </p:cNvSpPr>
          <p:nvPr>
            <p:ph type="body" sz="quarter" idx="13"/>
          </p:nvPr>
        </p:nvSpPr>
        <p:spPr>
          <a:xfrm>
            <a:off x="6193380" y="1535113"/>
            <a:ext cx="5389035" cy="639764"/>
          </a:xfrm>
          <a:prstGeom prst="rect">
            <a:avLst/>
          </a:prstGeom>
        </p:spPr>
        <p:txBody>
          <a:bodyPr lIns="45714" tIns="45714" rIns="45714" bIns="45714" anchor="b">
            <a:normAutofit/>
          </a:bodyPr>
          <a:lstStyle/>
          <a:p>
            <a:pPr marL="0" lvl="0" indent="0">
              <a:spcBef>
                <a:spcPts val="667"/>
              </a:spcBef>
              <a:buSzTx/>
              <a:buFontTx/>
              <a:buNone/>
              <a:defRPr sz="2400" b="1"/>
            </a:pPr>
            <a:r>
              <a:rPr lang="en-US"/>
              <a:t>Edit Master text styles</a:t>
            </a:r>
          </a:p>
        </p:txBody>
      </p:sp>
      <p:sp>
        <p:nvSpPr>
          <p:cNvPr id="26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32"/>
            <a:ext cx="292697" cy="297442"/>
          </a:xfrm>
          <a:prstGeom prst="rect">
            <a:avLst/>
          </a:prstGeom>
        </p:spPr>
        <p:txBody>
          <a:bodyPr lIns="45714" tIns="45714" rIns="45714" bIns="45714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821406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大標題文字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 lIns="45714" tIns="45714" rIns="45714" bIns="45714" anchor="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32"/>
            <a:ext cx="292697" cy="297442"/>
          </a:xfrm>
          <a:prstGeom prst="rect">
            <a:avLst/>
          </a:prstGeom>
        </p:spPr>
        <p:txBody>
          <a:bodyPr lIns="45714" tIns="45714" rIns="45714" bIns="45714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561399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大標題文字"/>
          <p:cNvSpPr txBox="1">
            <a:spLocks noGrp="1"/>
          </p:cNvSpPr>
          <p:nvPr>
            <p:ph type="title"/>
          </p:nvPr>
        </p:nvSpPr>
        <p:spPr>
          <a:xfrm>
            <a:off x="609606" y="273049"/>
            <a:ext cx="4011087" cy="1162052"/>
          </a:xfrm>
          <a:prstGeom prst="rect">
            <a:avLst/>
          </a:prstGeom>
        </p:spPr>
        <p:txBody>
          <a:bodyPr lIns="45714" tIns="45714" rIns="45714" bIns="45714" anchor="b">
            <a:normAutofit/>
          </a:bodyPr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7" name="內文層級一…"/>
          <p:cNvSpPr txBox="1">
            <a:spLocks noGrp="1"/>
          </p:cNvSpPr>
          <p:nvPr>
            <p:ph type="body" idx="1"/>
          </p:nvPr>
        </p:nvSpPr>
        <p:spPr>
          <a:xfrm>
            <a:off x="4766733" y="273060"/>
            <a:ext cx="6815667" cy="5853115"/>
          </a:xfrm>
          <a:prstGeom prst="rect">
            <a:avLst/>
          </a:prstGeom>
        </p:spPr>
        <p:txBody>
          <a:bodyPr lIns="45714" tIns="45714" rIns="45714" bIns="45714">
            <a:normAutofit/>
          </a:bodyPr>
          <a:lstStyle>
            <a:lvl1pPr marL="455050" indent="-455050"/>
            <a:lvl2pPr marL="1042531" indent="-432977"/>
            <a:lvl3pPr marL="1622657" indent="-403546"/>
            <a:lvl4pPr marL="2312920" indent="-484256"/>
            <a:lvl5pPr marL="2922474" indent="-484256"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88" name="文字版面配置區 3"/>
          <p:cNvSpPr>
            <a:spLocks noGrp="1"/>
          </p:cNvSpPr>
          <p:nvPr>
            <p:ph type="body" sz="half" idx="13"/>
          </p:nvPr>
        </p:nvSpPr>
        <p:spPr>
          <a:xfrm>
            <a:off x="609606" y="1435104"/>
            <a:ext cx="4011087" cy="4691063"/>
          </a:xfrm>
          <a:prstGeom prst="rect">
            <a:avLst/>
          </a:prstGeom>
        </p:spPr>
        <p:txBody>
          <a:bodyPr lIns="45714" tIns="45714" rIns="45714" bIns="45714">
            <a:normAutofit/>
          </a:bodyPr>
          <a:lstStyle/>
          <a:p>
            <a:pPr marL="0" lvl="0" indent="0">
              <a:spcBef>
                <a:spcPts val="400"/>
              </a:spcBef>
              <a:buSzTx/>
              <a:buFontTx/>
              <a:buNone/>
              <a:defRPr sz="1400"/>
            </a:pPr>
            <a:r>
              <a:rPr lang="en-US"/>
              <a:t>Edit Master text styles</a:t>
            </a:r>
          </a:p>
        </p:txBody>
      </p:sp>
      <p:sp>
        <p:nvSpPr>
          <p:cNvPr id="289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32"/>
            <a:ext cx="292697" cy="297442"/>
          </a:xfrm>
          <a:prstGeom prst="rect">
            <a:avLst/>
          </a:prstGeom>
        </p:spPr>
        <p:txBody>
          <a:bodyPr lIns="45714" tIns="45714" rIns="45714" bIns="45714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287318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大標題文字"/>
          <p:cNvSpPr txBox="1">
            <a:spLocks noGrp="1"/>
          </p:cNvSpPr>
          <p:nvPr>
            <p:ph type="title"/>
          </p:nvPr>
        </p:nvSpPr>
        <p:spPr>
          <a:xfrm>
            <a:off x="2389718" y="4800602"/>
            <a:ext cx="7315201" cy="566740"/>
          </a:xfrm>
          <a:prstGeom prst="rect">
            <a:avLst/>
          </a:prstGeom>
        </p:spPr>
        <p:txBody>
          <a:bodyPr lIns="45714" tIns="45714" rIns="45714" bIns="45714" anchor="b">
            <a:normAutofit/>
          </a:bodyPr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7" name="圖片版面配置區 2"/>
          <p:cNvSpPr>
            <a:spLocks noGrp="1"/>
          </p:cNvSpPr>
          <p:nvPr>
            <p:ph type="pic" sz="half" idx="13"/>
          </p:nvPr>
        </p:nvSpPr>
        <p:spPr>
          <a:xfrm>
            <a:off x="2389718" y="612776"/>
            <a:ext cx="7315201" cy="4114801"/>
          </a:xfrm>
          <a:prstGeom prst="rect">
            <a:avLst/>
          </a:prstGeom>
        </p:spPr>
        <p:txBody>
          <a:bodyPr lIns="91439" rIns="91439"/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298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2389718" y="5367347"/>
            <a:ext cx="7315201" cy="804864"/>
          </a:xfrm>
          <a:prstGeom prst="rect">
            <a:avLst/>
          </a:prstGeom>
        </p:spPr>
        <p:txBody>
          <a:bodyPr lIns="45714" tIns="45714" rIns="45714" bIns="45714">
            <a:normAutofit/>
          </a:bodyPr>
          <a:lstStyle>
            <a:lvl1pPr marL="0" indent="0">
              <a:spcBef>
                <a:spcPts val="400"/>
              </a:spcBef>
              <a:buSzTx/>
              <a:buFontTx/>
              <a:buNone/>
              <a:defRPr sz="1867"/>
            </a:lvl1pPr>
            <a:lvl2pPr marL="0" indent="609507">
              <a:spcBef>
                <a:spcPts val="400"/>
              </a:spcBef>
              <a:buSzTx/>
              <a:buFontTx/>
              <a:buNone/>
              <a:defRPr sz="1867"/>
            </a:lvl2pPr>
            <a:lvl3pPr marL="0" indent="1219019">
              <a:spcBef>
                <a:spcPts val="400"/>
              </a:spcBef>
              <a:buSzTx/>
              <a:buFontTx/>
              <a:buNone/>
              <a:defRPr sz="1867"/>
            </a:lvl3pPr>
            <a:lvl4pPr marL="0" indent="1828526">
              <a:spcBef>
                <a:spcPts val="400"/>
              </a:spcBef>
              <a:buSzTx/>
              <a:buFontTx/>
              <a:buNone/>
              <a:defRPr sz="1867"/>
            </a:lvl4pPr>
            <a:lvl5pPr marL="0" indent="2438038">
              <a:spcBef>
                <a:spcPts val="400"/>
              </a:spcBef>
              <a:buSzTx/>
              <a:buFontTx/>
              <a:buNone/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99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32"/>
            <a:ext cx="292697" cy="297442"/>
          </a:xfrm>
          <a:prstGeom prst="rect">
            <a:avLst/>
          </a:prstGeom>
        </p:spPr>
        <p:txBody>
          <a:bodyPr lIns="45714" tIns="45714" rIns="45714" bIns="45714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687370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大標題文字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8"/>
          </a:xfrm>
          <a:prstGeom prst="rect">
            <a:avLst/>
          </a:prstGeom>
        </p:spPr>
        <p:txBody>
          <a:bodyPr lIns="45714" tIns="45714" rIns="45714" bIns="45714" anchor="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6" name="內文層級一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8"/>
          </a:xfrm>
          <a:prstGeom prst="rect">
            <a:avLst/>
          </a:prstGeom>
        </p:spPr>
        <p:txBody>
          <a:bodyPr lIns="45714" tIns="45714" rIns="45714" bIns="45714">
            <a:normAutofit/>
          </a:bodyPr>
          <a:lstStyle>
            <a:lvl1pPr marL="455050" indent="-455050"/>
            <a:lvl2pPr marL="1042531" indent="-432977"/>
            <a:lvl3pPr marL="1622657" indent="-403546"/>
            <a:lvl4pPr marL="2312920" indent="-484256"/>
            <a:lvl5pPr marL="2922474" indent="-484256"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17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32"/>
            <a:ext cx="292697" cy="297442"/>
          </a:xfrm>
          <a:prstGeom prst="rect">
            <a:avLst/>
          </a:prstGeom>
        </p:spPr>
        <p:txBody>
          <a:bodyPr lIns="45714" tIns="45714" rIns="45714" bIns="45714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999643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內文層級一…"/>
          <p:cNvSpPr txBox="1">
            <a:spLocks noGrp="1"/>
          </p:cNvSpPr>
          <p:nvPr>
            <p:ph type="body" idx="1"/>
          </p:nvPr>
        </p:nvSpPr>
        <p:spPr>
          <a:xfrm>
            <a:off x="239351" y="932725"/>
            <a:ext cx="11713304" cy="5568620"/>
          </a:xfrm>
          <a:prstGeom prst="rect">
            <a:avLst/>
          </a:prstGeom>
        </p:spPr>
        <p:txBody>
          <a:bodyPr lIns="45706" tIns="45706" rIns="45706" bIns="45706">
            <a:normAutofit/>
          </a:bodyPr>
          <a:lstStyle>
            <a:lvl1pPr marL="457023" indent="-457023">
              <a:spcBef>
                <a:spcPts val="800"/>
              </a:spcBef>
              <a:buFontTx/>
              <a:buBlip>
                <a:blip r:embed="rId2"/>
              </a:buBlip>
              <a:defRPr sz="3733"/>
            </a:lvl1pPr>
            <a:lvl2pPr marL="1053714" indent="-444336">
              <a:spcBef>
                <a:spcPts val="800"/>
              </a:spcBef>
              <a:buFontTx/>
              <a:buBlip>
                <a:blip r:embed="rId3"/>
              </a:buBlip>
              <a:defRPr sz="3733"/>
            </a:lvl2pPr>
            <a:lvl3pPr marL="1645303" indent="-426552">
              <a:spcBef>
                <a:spcPts val="800"/>
              </a:spcBef>
              <a:buFontTx/>
              <a:buBlip>
                <a:blip r:embed="rId4"/>
              </a:buBlip>
              <a:defRPr sz="3733"/>
            </a:lvl3pPr>
            <a:lvl4pPr marL="2302066" indent="-473947">
              <a:spcBef>
                <a:spcPts val="800"/>
              </a:spcBef>
              <a:buFontTx/>
              <a:buBlip>
                <a:blip r:embed="rId5"/>
              </a:buBlip>
              <a:defRPr sz="3733"/>
            </a:lvl4pPr>
            <a:lvl5pPr marL="2967207" indent="-529529">
              <a:spcBef>
                <a:spcPts val="800"/>
              </a:spcBef>
              <a:buFontTx/>
              <a:defRPr sz="37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32" name="大標題文字"/>
          <p:cNvSpPr txBox="1">
            <a:spLocks noGrp="1"/>
          </p:cNvSpPr>
          <p:nvPr>
            <p:ph type="title"/>
          </p:nvPr>
        </p:nvSpPr>
        <p:spPr>
          <a:xfrm>
            <a:off x="239348" y="164638"/>
            <a:ext cx="6720749" cy="634084"/>
          </a:xfrm>
          <a:prstGeom prst="rect">
            <a:avLst/>
          </a:prstGeom>
        </p:spPr>
        <p:txBody>
          <a:bodyPr lIns="45706" tIns="45706" rIns="45706" bIns="45706" anchor="t">
            <a:normAutofit/>
          </a:bodyPr>
          <a:lstStyle>
            <a:lvl1pPr algn="l">
              <a:defRPr sz="3733">
                <a:solidFill>
                  <a:srgbClr val="33996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3" y="6619333"/>
            <a:ext cx="292681" cy="297425"/>
          </a:xfrm>
          <a:prstGeom prst="rect">
            <a:avLst/>
          </a:prstGeom>
        </p:spPr>
        <p:txBody>
          <a:bodyPr lIns="45706" tIns="45706" rIns="45706" bIns="45706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10009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大標題文字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1" cy="1362076"/>
          </a:xfrm>
          <a:prstGeom prst="rect">
            <a:avLst/>
          </a:prstGeom>
        </p:spPr>
        <p:txBody>
          <a:bodyPr lIns="45706" tIns="45706" rIns="45706" bIns="45706" anchor="t">
            <a:normAutofit/>
          </a:bodyPr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1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lIns="45706" tIns="45706" rIns="45706" bIns="45706" anchor="b">
            <a:normAutofit/>
          </a:bodyPr>
          <a:lstStyle>
            <a:lvl1pPr marL="0" indent="0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1pPr>
            <a:lvl2pPr marL="0" indent="609363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2pPr>
            <a:lvl3pPr marL="0" indent="1218748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3pPr>
            <a:lvl4pPr marL="0" indent="1828118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4pPr>
            <a:lvl5pPr marL="0" indent="2437498">
              <a:spcBef>
                <a:spcPts val="533"/>
              </a:spcBef>
              <a:buSzTx/>
              <a:buFontTx/>
              <a:buNone/>
              <a:defRPr sz="2667">
                <a:solidFill>
                  <a:srgbClr val="888888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4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41"/>
            <a:ext cx="292681" cy="297425"/>
          </a:xfrm>
          <a:prstGeom prst="rect">
            <a:avLst/>
          </a:prstGeom>
        </p:spPr>
        <p:txBody>
          <a:bodyPr lIns="45706" tIns="45706" rIns="45706" bIns="45706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270134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大標題文字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 lIns="45706" tIns="45706" rIns="45706" bIns="45706" anchor="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0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4"/>
          </a:xfrm>
          <a:prstGeom prst="rect">
            <a:avLst/>
          </a:prstGeom>
        </p:spPr>
        <p:txBody>
          <a:bodyPr lIns="45706" tIns="45706" rIns="45706" bIns="45706">
            <a:normAutofit/>
          </a:bodyPr>
          <a:lstStyle>
            <a:lvl1pPr marL="454942" indent="-454942">
              <a:spcBef>
                <a:spcPts val="800"/>
              </a:spcBef>
              <a:defRPr sz="3733"/>
            </a:lvl1pPr>
            <a:lvl2pPr marL="1051322" indent="-441900">
              <a:spcBef>
                <a:spcPts val="800"/>
              </a:spcBef>
              <a:defRPr sz="3733"/>
            </a:lvl2pPr>
            <a:lvl3pPr marL="1642463" indent="-423623">
              <a:spcBef>
                <a:spcPts val="800"/>
              </a:spcBef>
              <a:defRPr sz="3733"/>
            </a:lvl3pPr>
            <a:lvl4pPr marL="2298948" indent="-470692">
              <a:spcBef>
                <a:spcPts val="800"/>
              </a:spcBef>
              <a:defRPr sz="3733"/>
            </a:lvl4pPr>
            <a:lvl5pPr marL="2908370" indent="-470692">
              <a:spcBef>
                <a:spcPts val="800"/>
              </a:spcBef>
              <a:defRPr sz="37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51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41"/>
            <a:ext cx="292681" cy="297425"/>
          </a:xfrm>
          <a:prstGeom prst="rect">
            <a:avLst/>
          </a:prstGeom>
        </p:spPr>
        <p:txBody>
          <a:bodyPr lIns="45706" tIns="45706" rIns="45706" bIns="45706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934638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大標題文字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 lIns="45706" tIns="45706" rIns="45706" bIns="45706" anchor="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3"/>
            <a:ext cx="5386917" cy="639764"/>
          </a:xfrm>
          <a:prstGeom prst="rect">
            <a:avLst/>
          </a:prstGeom>
        </p:spPr>
        <p:txBody>
          <a:bodyPr lIns="45706" tIns="45706" rIns="45706" bIns="45706" anchor="b">
            <a:normAutofit/>
          </a:bodyPr>
          <a:lstStyle>
            <a:lvl1pPr marL="0" indent="0">
              <a:spcBef>
                <a:spcPts val="667"/>
              </a:spcBef>
              <a:buSzTx/>
              <a:buFontTx/>
              <a:buNone/>
              <a:defRPr sz="3200" b="1"/>
            </a:lvl1pPr>
            <a:lvl2pPr marL="0" indent="609363">
              <a:spcBef>
                <a:spcPts val="667"/>
              </a:spcBef>
              <a:buSzTx/>
              <a:buFontTx/>
              <a:buNone/>
              <a:defRPr sz="3200" b="1"/>
            </a:lvl2pPr>
            <a:lvl3pPr marL="0" indent="1218748">
              <a:spcBef>
                <a:spcPts val="667"/>
              </a:spcBef>
              <a:buSzTx/>
              <a:buFontTx/>
              <a:buNone/>
              <a:defRPr sz="3200" b="1"/>
            </a:lvl3pPr>
            <a:lvl4pPr marL="0" indent="1828118">
              <a:spcBef>
                <a:spcPts val="667"/>
              </a:spcBef>
              <a:buSzTx/>
              <a:buFontTx/>
              <a:buNone/>
              <a:defRPr sz="3200" b="1"/>
            </a:lvl4pPr>
            <a:lvl5pPr marL="0" indent="2437498">
              <a:spcBef>
                <a:spcPts val="667"/>
              </a:spcBef>
              <a:buSzTx/>
              <a:buFontTx/>
              <a:buNone/>
              <a:defRPr sz="3200" b="1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60" name="文字版面配置區 4"/>
          <p:cNvSpPr>
            <a:spLocks noGrp="1"/>
          </p:cNvSpPr>
          <p:nvPr>
            <p:ph type="body" sz="quarter" idx="13"/>
          </p:nvPr>
        </p:nvSpPr>
        <p:spPr>
          <a:xfrm>
            <a:off x="6193391" y="1535113"/>
            <a:ext cx="5389035" cy="639764"/>
          </a:xfrm>
          <a:prstGeom prst="rect">
            <a:avLst/>
          </a:prstGeom>
        </p:spPr>
        <p:txBody>
          <a:bodyPr lIns="45706" tIns="45706" rIns="45706" bIns="45706" anchor="b">
            <a:normAutofit/>
          </a:bodyPr>
          <a:lstStyle/>
          <a:p>
            <a:pPr marL="0" lvl="0" indent="0">
              <a:spcBef>
                <a:spcPts val="667"/>
              </a:spcBef>
              <a:buSzTx/>
              <a:buFontTx/>
              <a:buNone/>
              <a:defRPr sz="2400" b="1"/>
            </a:pPr>
            <a:r>
              <a:rPr lang="en-US"/>
              <a:t>Edit Master text styles</a:t>
            </a:r>
          </a:p>
        </p:txBody>
      </p:sp>
      <p:sp>
        <p:nvSpPr>
          <p:cNvPr id="361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41"/>
            <a:ext cx="292681" cy="297425"/>
          </a:xfrm>
          <a:prstGeom prst="rect">
            <a:avLst/>
          </a:prstGeom>
        </p:spPr>
        <p:txBody>
          <a:bodyPr lIns="45706" tIns="45706" rIns="45706" bIns="45706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466797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大標題文字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 lIns="45706" tIns="45706" rIns="45706" bIns="45706" anchor="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9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41"/>
            <a:ext cx="292681" cy="297425"/>
          </a:xfrm>
          <a:prstGeom prst="rect">
            <a:avLst/>
          </a:prstGeom>
        </p:spPr>
        <p:txBody>
          <a:bodyPr lIns="45706" tIns="45706" rIns="45706" bIns="45706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939694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大標題文字"/>
          <p:cNvSpPr txBox="1">
            <a:spLocks noGrp="1"/>
          </p:cNvSpPr>
          <p:nvPr>
            <p:ph type="title"/>
          </p:nvPr>
        </p:nvSpPr>
        <p:spPr>
          <a:xfrm>
            <a:off x="609606" y="273049"/>
            <a:ext cx="4011087" cy="1162052"/>
          </a:xfrm>
          <a:prstGeom prst="rect">
            <a:avLst/>
          </a:prstGeom>
        </p:spPr>
        <p:txBody>
          <a:bodyPr lIns="45706" tIns="45706" rIns="45706" bIns="45706" anchor="b">
            <a:normAutofit/>
          </a:bodyPr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4" name="內文層級一…"/>
          <p:cNvSpPr txBox="1">
            <a:spLocks noGrp="1"/>
          </p:cNvSpPr>
          <p:nvPr>
            <p:ph type="body" idx="1"/>
          </p:nvPr>
        </p:nvSpPr>
        <p:spPr>
          <a:xfrm>
            <a:off x="4766733" y="273062"/>
            <a:ext cx="6815667" cy="5853116"/>
          </a:xfrm>
          <a:prstGeom prst="rect">
            <a:avLst/>
          </a:prstGeom>
        </p:spPr>
        <p:txBody>
          <a:bodyPr lIns="45706" tIns="45706" rIns="45706" bIns="45706">
            <a:normAutofit/>
          </a:bodyPr>
          <a:lstStyle>
            <a:lvl1pPr marL="454942" indent="-454942"/>
            <a:lvl2pPr marL="1042303" indent="-432881"/>
            <a:lvl3pPr marL="1622290" indent="-403450"/>
            <a:lvl4pPr marL="2312397" indent="-484141"/>
            <a:lvl5pPr marL="2921819" indent="-484141"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85" name="文字版面配置區 3"/>
          <p:cNvSpPr>
            <a:spLocks noGrp="1"/>
          </p:cNvSpPr>
          <p:nvPr>
            <p:ph type="body" sz="half" idx="13"/>
          </p:nvPr>
        </p:nvSpPr>
        <p:spPr>
          <a:xfrm>
            <a:off x="609606" y="1435104"/>
            <a:ext cx="4011087" cy="4691063"/>
          </a:xfrm>
          <a:prstGeom prst="rect">
            <a:avLst/>
          </a:prstGeom>
        </p:spPr>
        <p:txBody>
          <a:bodyPr lIns="45706" tIns="45706" rIns="45706" bIns="45706">
            <a:normAutofit/>
          </a:bodyPr>
          <a:lstStyle/>
          <a:p>
            <a:pPr marL="0" lvl="0" indent="0">
              <a:spcBef>
                <a:spcPts val="400"/>
              </a:spcBef>
              <a:buSzTx/>
              <a:buFontTx/>
              <a:buNone/>
              <a:defRPr sz="1400"/>
            </a:pPr>
            <a:r>
              <a:rPr lang="en-US"/>
              <a:t>Edit Master text styles</a:t>
            </a:r>
          </a:p>
        </p:txBody>
      </p:sp>
      <p:sp>
        <p:nvSpPr>
          <p:cNvPr id="386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41"/>
            <a:ext cx="292681" cy="297425"/>
          </a:xfrm>
          <a:prstGeom prst="rect">
            <a:avLst/>
          </a:prstGeom>
        </p:spPr>
        <p:txBody>
          <a:bodyPr lIns="45706" tIns="45706" rIns="45706" bIns="45706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841218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大標題文字"/>
          <p:cNvSpPr txBox="1">
            <a:spLocks noGrp="1"/>
          </p:cNvSpPr>
          <p:nvPr>
            <p:ph type="title"/>
          </p:nvPr>
        </p:nvSpPr>
        <p:spPr>
          <a:xfrm>
            <a:off x="2389718" y="4800602"/>
            <a:ext cx="7315201" cy="566740"/>
          </a:xfrm>
          <a:prstGeom prst="rect">
            <a:avLst/>
          </a:prstGeom>
        </p:spPr>
        <p:txBody>
          <a:bodyPr lIns="45706" tIns="45706" rIns="45706" bIns="45706" anchor="b">
            <a:normAutofit/>
          </a:bodyPr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4" name="圖片版面配置區 2"/>
          <p:cNvSpPr>
            <a:spLocks noGrp="1"/>
          </p:cNvSpPr>
          <p:nvPr>
            <p:ph type="pic" sz="half" idx="13"/>
          </p:nvPr>
        </p:nvSpPr>
        <p:spPr>
          <a:xfrm>
            <a:off x="2389718" y="612776"/>
            <a:ext cx="7315201" cy="4114801"/>
          </a:xfrm>
          <a:prstGeom prst="rect">
            <a:avLst/>
          </a:prstGeom>
        </p:spPr>
        <p:txBody>
          <a:bodyPr lIns="91439" rIns="91439"/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395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2389718" y="5367359"/>
            <a:ext cx="7315201" cy="804864"/>
          </a:xfrm>
          <a:prstGeom prst="rect">
            <a:avLst/>
          </a:prstGeom>
        </p:spPr>
        <p:txBody>
          <a:bodyPr lIns="45706" tIns="45706" rIns="45706" bIns="45706">
            <a:normAutofit/>
          </a:bodyPr>
          <a:lstStyle>
            <a:lvl1pPr marL="0" indent="0">
              <a:spcBef>
                <a:spcPts val="400"/>
              </a:spcBef>
              <a:buSzTx/>
              <a:buFontTx/>
              <a:buNone/>
              <a:defRPr sz="1867"/>
            </a:lvl1pPr>
            <a:lvl2pPr marL="0" indent="609363">
              <a:spcBef>
                <a:spcPts val="400"/>
              </a:spcBef>
              <a:buSzTx/>
              <a:buFontTx/>
              <a:buNone/>
              <a:defRPr sz="1867"/>
            </a:lvl2pPr>
            <a:lvl3pPr marL="0" indent="1218748">
              <a:spcBef>
                <a:spcPts val="400"/>
              </a:spcBef>
              <a:buSzTx/>
              <a:buFontTx/>
              <a:buNone/>
              <a:defRPr sz="1867"/>
            </a:lvl3pPr>
            <a:lvl4pPr marL="0" indent="1828118">
              <a:spcBef>
                <a:spcPts val="400"/>
              </a:spcBef>
              <a:buSzTx/>
              <a:buFontTx/>
              <a:buNone/>
              <a:defRPr sz="1867"/>
            </a:lvl4pPr>
            <a:lvl5pPr marL="0" indent="2437498">
              <a:spcBef>
                <a:spcPts val="400"/>
              </a:spcBef>
              <a:buSzTx/>
              <a:buFontTx/>
              <a:buNone/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96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41"/>
            <a:ext cx="292681" cy="297425"/>
          </a:xfrm>
          <a:prstGeom prst="rect">
            <a:avLst/>
          </a:prstGeom>
        </p:spPr>
        <p:txBody>
          <a:bodyPr lIns="45706" tIns="45706" rIns="45706" bIns="45706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390331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大標題文字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 lIns="45706" tIns="45706" rIns="45706" bIns="45706" anchor="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內文層級一…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4"/>
          </a:xfrm>
          <a:prstGeom prst="rect">
            <a:avLst/>
          </a:prstGeom>
        </p:spPr>
        <p:txBody>
          <a:bodyPr lIns="45706" tIns="45706" rIns="45706" bIns="45706">
            <a:normAutofit/>
          </a:bodyPr>
          <a:lstStyle>
            <a:lvl1pPr marL="454942" indent="-454942"/>
            <a:lvl2pPr marL="1042303" indent="-432881"/>
            <a:lvl3pPr marL="1622290" indent="-403450"/>
            <a:lvl4pPr marL="2312397" indent="-484141"/>
            <a:lvl5pPr marL="2921819" indent="-484141"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0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41"/>
            <a:ext cx="292681" cy="297425"/>
          </a:xfrm>
          <a:prstGeom prst="rect">
            <a:avLst/>
          </a:prstGeom>
        </p:spPr>
        <p:txBody>
          <a:bodyPr lIns="45706" tIns="45706" rIns="45706" bIns="45706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74562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大標題文字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8"/>
          </a:xfrm>
          <a:prstGeom prst="rect">
            <a:avLst/>
          </a:prstGeom>
        </p:spPr>
        <p:txBody>
          <a:bodyPr lIns="45706" tIns="45706" rIns="45706" bIns="45706" anchor="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3" name="內文層級一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8"/>
          </a:xfrm>
          <a:prstGeom prst="rect">
            <a:avLst/>
          </a:prstGeom>
        </p:spPr>
        <p:txBody>
          <a:bodyPr lIns="45706" tIns="45706" rIns="45706" bIns="45706">
            <a:normAutofit/>
          </a:bodyPr>
          <a:lstStyle>
            <a:lvl1pPr marL="454942" indent="-454942"/>
            <a:lvl2pPr marL="1042303" indent="-432881"/>
            <a:lvl3pPr marL="1622290" indent="-403450"/>
            <a:lvl4pPr marL="2312397" indent="-484141"/>
            <a:lvl5pPr marL="2921819" indent="-484141"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1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-12698" y="6614041"/>
            <a:ext cx="292681" cy="297425"/>
          </a:xfrm>
          <a:prstGeom prst="rect">
            <a:avLst/>
          </a:prstGeom>
        </p:spPr>
        <p:txBody>
          <a:bodyPr lIns="45706" tIns="45706" rIns="45706" bIns="45706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68239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/>
          <p:cNvSpPr/>
          <p:nvPr/>
        </p:nvSpPr>
        <p:spPr>
          <a:xfrm>
            <a:off x="1" y="1"/>
            <a:ext cx="12192001" cy="632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7460" y="21600"/>
                </a:lnTo>
                <a:lnTo>
                  <a:pt x="16380" y="2160"/>
                </a:lnTo>
                <a:lnTo>
                  <a:pt x="0" y="21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2700">
            <a:miter lim="400000"/>
          </a:ln>
        </p:spPr>
        <p:txBody>
          <a:bodyPr lIns="60959" rIns="6095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"/>
                <a:ea typeface="Arial"/>
                <a:cs typeface="Arial"/>
                <a:sym typeface="Arial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" name="Picture 2"/>
          <p:cNvGrpSpPr/>
          <p:nvPr/>
        </p:nvGrpSpPr>
        <p:grpSpPr>
          <a:xfrm>
            <a:off x="1" y="6667502"/>
            <a:ext cx="12192002" cy="190501"/>
            <a:chOff x="0" y="0"/>
            <a:chExt cx="7164386" cy="142875"/>
          </a:xfrm>
        </p:grpSpPr>
        <p:sp>
          <p:nvSpPr>
            <p:cNvPr id="4" name="矩形"/>
            <p:cNvSpPr/>
            <p:nvPr/>
          </p:nvSpPr>
          <p:spPr>
            <a:xfrm>
              <a:off x="0" y="0"/>
              <a:ext cx="7164387" cy="142875"/>
            </a:xfrm>
            <a:prstGeom prst="rect">
              <a:avLst/>
            </a:prstGeom>
            <a:solidFill>
              <a:srgbClr val="5DCE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pic>
          <p:nvPicPr>
            <p:cNvPr id="5" name="image2.png" descr="image2.png"/>
            <p:cNvPicPr>
              <a:picLocks noChangeAspect="1"/>
            </p:cNvPicPr>
            <p:nvPr/>
          </p:nvPicPr>
          <p:blipFill>
            <a:blip r:embed="rId18" cstate="email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7164387" cy="1428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" name="大標題文字"/>
          <p:cNvSpPr txBox="1">
            <a:spLocks noGrp="1"/>
          </p:cNvSpPr>
          <p:nvPr>
            <p:ph type="title"/>
          </p:nvPr>
        </p:nvSpPr>
        <p:spPr>
          <a:xfrm>
            <a:off x="609600" y="92075"/>
            <a:ext cx="10972800" cy="150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大標題文字</a:t>
            </a:r>
          </a:p>
        </p:txBody>
      </p:sp>
      <p:sp>
        <p:nvSpPr>
          <p:cNvPr id="8" name="內文層級一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9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8737600" y="6207637"/>
            <a:ext cx="292683" cy="297427"/>
          </a:xfrm>
          <a:prstGeom prst="rect">
            <a:avLst/>
          </a:prstGeom>
          <a:ln w="12700">
            <a:miter lim="400000"/>
          </a:ln>
        </p:spPr>
        <p:txBody>
          <a:bodyPr wrap="none" lIns="45707" tIns="45707" rIns="45707" bIns="45707" anchor="ctr">
            <a:spAutoFit/>
          </a:bodyPr>
          <a:lstStyle>
            <a:lvl1pPr>
              <a:defRPr sz="1333">
                <a:solidFill>
                  <a:srgbClr val="A6A6A6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240BFF-D1B0-4049-B6E9-2096DD4A1BBD}" type="slidenum">
              <a:rPr kumimoji="0" lang="en-US" sz="1333" b="0" i="0" u="none" strike="noStrike" kern="0" cap="none" spc="0" normalizeH="0" baseline="0" noProof="0" smtClean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12" name="圖片 9">
            <a:extLst>
              <a:ext uri="{FF2B5EF4-FFF2-40B4-BE49-F238E27FC236}">
                <a16:creationId xmlns:a16="http://schemas.microsoft.com/office/drawing/2014/main" id="{97D4D752-DE2C-A749-82D5-358BB1BAEB25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33130" y="166020"/>
            <a:ext cx="1993214" cy="29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6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</p:sldLayoutIdLst>
  <p:transition spd="med"/>
  <p:txStyles>
    <p:titleStyle>
      <a:lvl1pPr marL="0" marR="0" indent="0" algn="ctr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609395" algn="ctr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218808" algn="ctr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1828209" algn="ctr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437616" algn="ctr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454966" marR="0" indent="-454966" algn="l" defTabSz="1219170" rtl="0" eaLnBrk="1" latinLnBrk="0" hangingPunct="1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1042354" marR="0" indent="-432903" algn="l" defTabSz="1219170" rtl="0" eaLnBrk="1" latinLnBrk="0" hangingPunct="1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622373" marR="0" indent="-403473" algn="l" defTabSz="1219170" rtl="0" eaLnBrk="1" latinLnBrk="0" hangingPunct="1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2312513" marR="0" indent="-484167" algn="l" defTabSz="1219170" rtl="0" eaLnBrk="1" latinLnBrk="0" hangingPunct="1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921964" marR="0" indent="-484167" algn="l" defTabSz="1219170" rtl="0" eaLnBrk="1" latinLnBrk="0" hangingPunct="1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»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3534525" marR="0" indent="-487513" algn="l" defTabSz="1219170" rtl="0" eaLnBrk="1" latinLnBrk="0" hangingPunct="1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4143934" marR="0" indent="-487513" algn="l" defTabSz="1219170" rtl="0" eaLnBrk="1" latinLnBrk="0" hangingPunct="1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4753334" marR="0" indent="-487513" algn="l" defTabSz="1219170" rtl="0" eaLnBrk="1" latinLnBrk="0" hangingPunct="1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5362735" marR="0" indent="-487513" algn="l" defTabSz="1219170" rtl="0" eaLnBrk="1" latinLnBrk="0" hangingPunct="1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3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607326" algn="l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3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1216783" algn="l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3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826229" algn="l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3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2435680" algn="l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3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3047240" algn="l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3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3656683" algn="l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3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4266133" algn="l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3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4875581" algn="l" defTabSz="12191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3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10.224.81.70:8888/K-S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-2" y="4608077"/>
            <a:ext cx="12192000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Report by: </a:t>
            </a: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FII-SW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377815"/>
            <a:ext cx="12192000" cy="10926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TMS</a:t>
            </a:r>
          </a:p>
          <a:p>
            <a:pPr algn="ctr"/>
            <a:r>
              <a:rPr lang="en-US" sz="1100" dirty="0">
                <a:hlinkClick r:id="rId2"/>
              </a:rPr>
              <a:t>https://10.224.81.70:6443/K-SM/</a:t>
            </a:r>
            <a:endParaRPr lang="en-US" sz="1100" dirty="0"/>
          </a:p>
        </p:txBody>
      </p:sp>
      <p:pic>
        <p:nvPicPr>
          <p:cNvPr id="6" name="Picture 5" descr="logo_fi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479" y="1096330"/>
            <a:ext cx="3060700" cy="183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977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Diagonal Corner Rectangle 1"/>
          <p:cNvSpPr/>
          <p:nvPr/>
        </p:nvSpPr>
        <p:spPr>
          <a:xfrm>
            <a:off x="241069" y="856366"/>
            <a:ext cx="11737571" cy="5769033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1065" y="1699313"/>
            <a:ext cx="9331038" cy="1077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 hangingPunct="0"/>
            <a:r>
              <a:rPr 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 DẪN SỬ DỤNG CÁC CHỨC NĂNG </a:t>
            </a:r>
          </a:p>
          <a:p>
            <a:pPr algn="ctr" hangingPunct="0"/>
            <a:r>
              <a:rPr 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CỦA HỆ THỐNG QUẢN LÝ K-SM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2989" y="6092236"/>
            <a:ext cx="381554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Toolroom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</a:t>
            </a:r>
            <a:r>
              <a:rPr kumimoji="0" lang="en-US" sz="240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háng</a:t>
            </a:r>
            <a:r>
              <a:rPr kumimoji="0" lang="en-US" sz="240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0</a:t>
            </a:r>
            <a:r>
              <a:rPr kumimoji="0" lang="en-US" sz="240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3/2022</a:t>
            </a:r>
            <a:endParaRPr kumimoji="0" lang="en-US" sz="2400" i="0" u="none" strike="noStrike" cap="none" spc="0" normalizeH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96475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Diagonal Corner Rectangle 1"/>
          <p:cNvSpPr/>
          <p:nvPr/>
        </p:nvSpPr>
        <p:spPr>
          <a:xfrm>
            <a:off x="382386" y="857578"/>
            <a:ext cx="11737571" cy="5769033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0328" y="160308"/>
            <a:ext cx="4355870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 hangingPunct="0"/>
            <a:r>
              <a:rPr 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1. </a:t>
            </a:r>
            <a:r>
              <a:rPr lang="en-US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Đăng</a:t>
            </a:r>
            <a:r>
              <a:rPr 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nhập</a:t>
            </a:r>
            <a:r>
              <a:rPr 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hệ</a:t>
            </a:r>
            <a:r>
              <a:rPr 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thống</a:t>
            </a:r>
            <a:endParaRPr kumimoji="0" lang="en-US" sz="3200" b="1" i="0" u="none" strike="noStrike" cap="none" spc="0" normalizeH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1026" y="1501180"/>
            <a:ext cx="4979323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1.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B1: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Chọn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ngôn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ngữ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sử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dụng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hangingPunct="0"/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 B2: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Nhập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tài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khoản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đăng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nhập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hangingPunct="0"/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3. B3: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Nhập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mật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khẩu</a:t>
            </a: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hangingPunct="0"/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4. B4: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Kích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Login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hoặc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Enter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169" y="1138844"/>
            <a:ext cx="3831582" cy="477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376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4"/>
          <p:cNvSpPr/>
          <p:nvPr/>
        </p:nvSpPr>
        <p:spPr>
          <a:xfrm>
            <a:off x="197581" y="760900"/>
            <a:ext cx="11737571" cy="5769033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532015" y="2277687"/>
            <a:ext cx="2718261" cy="109728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2" name="Rectangular Callout 11"/>
          <p:cNvSpPr/>
          <p:nvPr/>
        </p:nvSpPr>
        <p:spPr>
          <a:xfrm>
            <a:off x="490952" y="1430821"/>
            <a:ext cx="2102619" cy="646329"/>
          </a:xfrm>
          <a:prstGeom prst="wedgeRectCallout">
            <a:avLst>
              <a:gd name="adj1" fmla="val 89156"/>
              <a:gd name="adj2" fmla="val 85250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B1: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Kích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quản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lý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đơn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3" name="Rectangular Callout 12"/>
          <p:cNvSpPr/>
          <p:nvPr/>
        </p:nvSpPr>
        <p:spPr>
          <a:xfrm>
            <a:off x="490952" y="2365038"/>
            <a:ext cx="2102619" cy="369330"/>
          </a:xfrm>
          <a:prstGeom prst="wedgeRectCallout">
            <a:avLst>
              <a:gd name="adj1" fmla="val 88760"/>
              <a:gd name="adj2" fmla="val -45294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B2: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tạo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đơn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773" y="858290"/>
            <a:ext cx="8317527" cy="486917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420379" y="1930109"/>
            <a:ext cx="677796" cy="224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20379" y="2221281"/>
            <a:ext cx="665019" cy="224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3702" y="143319"/>
            <a:ext cx="652549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2.1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dẫn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TB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tiêu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hao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(BP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sử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dụng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20239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 Diagonal Corner Rectangle 3"/>
          <p:cNvSpPr/>
          <p:nvPr/>
        </p:nvSpPr>
        <p:spPr>
          <a:xfrm>
            <a:off x="283422" y="492560"/>
            <a:ext cx="11722524" cy="5659999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3702" y="143319"/>
            <a:ext cx="652549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2.1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dẫn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TB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tiêu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hao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(BP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sử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dụng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694" y="954223"/>
            <a:ext cx="9351819" cy="430773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44637" y="954223"/>
            <a:ext cx="648393" cy="257694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496784" y="1398304"/>
            <a:ext cx="1938846" cy="715087"/>
          </a:xfrm>
          <a:prstGeom prst="wedgeRoundRectCallout">
            <a:avLst>
              <a:gd name="adj1" fmla="val 123063"/>
              <a:gd name="adj2" fmla="val -89784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B3: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Kích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Thiết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bị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tiêu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hao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494415" y="2462632"/>
            <a:ext cx="1938846" cy="1532332"/>
          </a:xfrm>
          <a:prstGeom prst="wedgeRoundRectCallout">
            <a:avLst>
              <a:gd name="adj1" fmla="val 93051"/>
              <a:gd name="adj2" fmla="val -50202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B4: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Loại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đơn</a:t>
            </a:r>
            <a:endParaRPr kumimoji="0" lang="en-US" sz="1800" b="0" i="0" u="none" strike="noStrike" cap="none" spc="0" normalizeH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baseline="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mới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chọn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: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Xuất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ra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bộ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phận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khác</a:t>
            </a:r>
            <a:endParaRPr lang="en-US" sz="12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Cũ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đổi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mới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chọn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: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Đổi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cũ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lấy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mới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với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bộ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phận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khác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3087582" y="5312988"/>
            <a:ext cx="1938846" cy="715087"/>
          </a:xfrm>
          <a:prstGeom prst="wedgeRoundRectCallout">
            <a:avLst>
              <a:gd name="adj1" fmla="val 105913"/>
              <a:gd name="adj2" fmla="val -489677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B5: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Điền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Lí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do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đồ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98768" y="1876392"/>
            <a:ext cx="2079567" cy="1030320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8" name="Rounded Rectangular Callout 17"/>
          <p:cNvSpPr/>
          <p:nvPr/>
        </p:nvSpPr>
        <p:spPr>
          <a:xfrm>
            <a:off x="5607918" y="5312987"/>
            <a:ext cx="1938846" cy="715087"/>
          </a:xfrm>
          <a:prstGeom prst="wedgeRoundRectCallout">
            <a:avLst>
              <a:gd name="adj1" fmla="val 105913"/>
              <a:gd name="adj2" fmla="val -489677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B6: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Điền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phòng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ban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" name="Rounded Rectangular Callout 18"/>
          <p:cNvSpPr/>
          <p:nvPr/>
        </p:nvSpPr>
        <p:spPr>
          <a:xfrm>
            <a:off x="8128254" y="5312986"/>
            <a:ext cx="1938846" cy="715087"/>
          </a:xfrm>
          <a:prstGeom prst="wedgeRoundRectCallout">
            <a:avLst>
              <a:gd name="adj1" fmla="val 121348"/>
              <a:gd name="adj2" fmla="val -496652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B6: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Click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đây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   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để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tạo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Mã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đơn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20487" y="1855697"/>
            <a:ext cx="1436524" cy="257694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903229" y="1855697"/>
            <a:ext cx="1232458" cy="257694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326284" y="1801621"/>
            <a:ext cx="439977" cy="257694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540" y="5410684"/>
            <a:ext cx="551661" cy="27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914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 Diagonal Corner Rectangle 3"/>
          <p:cNvSpPr/>
          <p:nvPr/>
        </p:nvSpPr>
        <p:spPr>
          <a:xfrm>
            <a:off x="283422" y="509186"/>
            <a:ext cx="11722524" cy="5659999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97" y="1088967"/>
            <a:ext cx="5712317" cy="403222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13674" y="2801070"/>
            <a:ext cx="2665401" cy="201435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413674" y="3285055"/>
            <a:ext cx="2665401" cy="201435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413673" y="4508432"/>
            <a:ext cx="2665401" cy="201435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7" name="Rounded Rectangular Callout 26"/>
          <p:cNvSpPr/>
          <p:nvPr/>
        </p:nvSpPr>
        <p:spPr>
          <a:xfrm>
            <a:off x="6375861" y="2169115"/>
            <a:ext cx="4056611" cy="408620"/>
          </a:xfrm>
          <a:prstGeom prst="wedgeRoundRectCallout">
            <a:avLst>
              <a:gd name="adj1" fmla="val -80669"/>
              <a:gd name="adj2" fmla="val 127599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B7: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tên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thiết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bị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tiêu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hao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8" name="Rounded Rectangular Callout 27"/>
          <p:cNvSpPr/>
          <p:nvPr/>
        </p:nvSpPr>
        <p:spPr>
          <a:xfrm>
            <a:off x="6375858" y="3012133"/>
            <a:ext cx="4056611" cy="408620"/>
          </a:xfrm>
          <a:prstGeom prst="wedgeRoundRectCallout">
            <a:avLst>
              <a:gd name="adj1" fmla="val -81079"/>
              <a:gd name="adj2" fmla="val 44191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B8: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quy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cách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9" name="Rounded Rectangular Callout 28"/>
          <p:cNvSpPr/>
          <p:nvPr/>
        </p:nvSpPr>
        <p:spPr>
          <a:xfrm>
            <a:off x="6375857" y="3937558"/>
            <a:ext cx="4056611" cy="408620"/>
          </a:xfrm>
          <a:prstGeom prst="wedgeRoundRectCallout">
            <a:avLst>
              <a:gd name="adj1" fmla="val -80874"/>
              <a:gd name="adj2" fmla="val 90981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B9: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Nhập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số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lượng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0" name="Rounded Rectangular Callout 29"/>
          <p:cNvSpPr/>
          <p:nvPr/>
        </p:nvSpPr>
        <p:spPr>
          <a:xfrm>
            <a:off x="6375857" y="4862983"/>
            <a:ext cx="4056611" cy="408620"/>
          </a:xfrm>
          <a:prstGeom prst="wedgeRoundRectCallout">
            <a:avLst>
              <a:gd name="adj1" fmla="val -57922"/>
              <a:gd name="adj2" fmla="val -98213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B10: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Kích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              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để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tạo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đơn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232265" y="4534482"/>
            <a:ext cx="769523" cy="201435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121" y="4949195"/>
            <a:ext cx="713163" cy="23772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23702" y="143319"/>
            <a:ext cx="652549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2.1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dẫn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TB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tiêu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hao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(BP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sử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dụng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74762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501" y="646267"/>
            <a:ext cx="8361412" cy="278459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784080" y="3017520"/>
            <a:ext cx="677833" cy="338291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3" name="Cloud Callout 12"/>
          <p:cNvSpPr/>
          <p:nvPr/>
        </p:nvSpPr>
        <p:spPr>
          <a:xfrm>
            <a:off x="523701" y="1281016"/>
            <a:ext cx="1313411" cy="1405530"/>
          </a:xfrm>
          <a:prstGeom prst="cloudCallout">
            <a:avLst>
              <a:gd name="adj1" fmla="val 98825"/>
              <a:gd name="adj2" fmla="val -50119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Cửa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sổ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sau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khi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SUBMIT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945477" y="2058080"/>
            <a:ext cx="3771207" cy="793185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8" name="Rounded Rectangular Callout 17"/>
          <p:cNvSpPr/>
          <p:nvPr/>
        </p:nvSpPr>
        <p:spPr>
          <a:xfrm>
            <a:off x="1620981" y="4142105"/>
            <a:ext cx="3998421" cy="1328021"/>
          </a:xfrm>
          <a:prstGeom prst="wedgeRoundRectCallout">
            <a:avLst>
              <a:gd name="adj1" fmla="val 25243"/>
              <a:gd name="adj2" fmla="val -146738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B11: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người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ký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duyệt</a:t>
            </a:r>
            <a:endParaRPr kumimoji="0" lang="en-US" sz="1800" b="0" i="0" u="none" strike="noStrike" cap="none" spc="0" normalizeH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aseline="0" dirty="0" smtClean="0">
                <a:solidFill>
                  <a:srgbClr val="000000"/>
                </a:solidFill>
                <a:sym typeface="Calibri"/>
              </a:rPr>
              <a:t>	</a:t>
            </a:r>
            <a:r>
              <a:rPr lang="en-US" baseline="0" dirty="0" err="1" smtClean="0">
                <a:solidFill>
                  <a:srgbClr val="000000"/>
                </a:solidFill>
                <a:sym typeface="Calibri"/>
              </a:rPr>
              <a:t>Ký</a:t>
            </a:r>
            <a:r>
              <a:rPr lang="en-US" dirty="0" smtClean="0">
                <a:solidFill>
                  <a:srgbClr val="000000"/>
                </a:solidFill>
                <a:sym typeface="Calibri"/>
              </a:rPr>
              <a:t> </a:t>
            </a:r>
            <a:r>
              <a:rPr lang="en-US" baseline="0" dirty="0" smtClean="0">
                <a:solidFill>
                  <a:srgbClr val="000000"/>
                </a:solidFill>
                <a:sym typeface="Calibri"/>
              </a:rPr>
              <a:t>1: </a:t>
            </a:r>
            <a:r>
              <a:rPr lang="en-US" baseline="0" dirty="0" err="1" smtClean="0">
                <a:solidFill>
                  <a:srgbClr val="000000"/>
                </a:solidFill>
                <a:sym typeface="Calibri"/>
              </a:rPr>
              <a:t>Tổ</a:t>
            </a:r>
            <a:r>
              <a:rPr lang="en-US" dirty="0" smtClean="0">
                <a:solidFill>
                  <a:srgbClr val="000000"/>
                </a:solidFill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sym typeface="Calibri"/>
              </a:rPr>
              <a:t>trưởng</a:t>
            </a:r>
            <a:endParaRPr lang="en-US" dirty="0" smtClean="0">
              <a:solidFill>
                <a:srgbClr val="000000"/>
              </a:solidFill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	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Ký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2: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Chủ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quản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cấp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phòng</a:t>
            </a:r>
            <a:endParaRPr kumimoji="0" lang="en-US" sz="1800" b="0" i="0" u="none" strike="noStrike" cap="none" spc="0" normalizeH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aseline="0" dirty="0" smtClean="0">
                <a:solidFill>
                  <a:srgbClr val="000000"/>
                </a:solidFill>
                <a:sym typeface="Calibri"/>
              </a:rPr>
              <a:t>	</a:t>
            </a:r>
            <a:r>
              <a:rPr lang="en-US" baseline="0" dirty="0" err="1" smtClean="0">
                <a:solidFill>
                  <a:srgbClr val="000000"/>
                </a:solidFill>
                <a:sym typeface="Calibri"/>
              </a:rPr>
              <a:t>Ký</a:t>
            </a:r>
            <a:r>
              <a:rPr lang="en-US" dirty="0" smtClean="0">
                <a:solidFill>
                  <a:srgbClr val="000000"/>
                </a:solidFill>
                <a:sym typeface="Calibri"/>
              </a:rPr>
              <a:t> </a:t>
            </a:r>
            <a:r>
              <a:rPr lang="en-US" baseline="0" dirty="0" smtClean="0">
                <a:solidFill>
                  <a:srgbClr val="000000"/>
                </a:solidFill>
                <a:sym typeface="Calibri"/>
              </a:rPr>
              <a:t>3.</a:t>
            </a:r>
            <a:r>
              <a:rPr lang="en-US" dirty="0" smtClean="0">
                <a:solidFill>
                  <a:srgbClr val="000000"/>
                </a:solidFill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sym typeface="Calibri"/>
              </a:rPr>
              <a:t>Phòng</a:t>
            </a:r>
            <a:r>
              <a:rPr lang="en-US" dirty="0" smtClean="0">
                <a:solidFill>
                  <a:srgbClr val="000000"/>
                </a:solidFill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sym typeface="Calibri"/>
              </a:rPr>
              <a:t>công</a:t>
            </a:r>
            <a:r>
              <a:rPr lang="en-US" dirty="0" smtClean="0">
                <a:solidFill>
                  <a:srgbClr val="000000"/>
                </a:solidFill>
                <a:sym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sym typeface="Calibri"/>
              </a:rPr>
              <a:t>cụ</a:t>
            </a:r>
            <a:r>
              <a:rPr lang="en-US" dirty="0" smtClean="0">
                <a:solidFill>
                  <a:srgbClr val="000000"/>
                </a:solidFill>
                <a:sym typeface="Calibri"/>
              </a:rPr>
              <a:t> 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9" name="Rounded Rectangular Callout 18"/>
          <p:cNvSpPr/>
          <p:nvPr/>
        </p:nvSpPr>
        <p:spPr>
          <a:xfrm>
            <a:off x="7301345" y="4601804"/>
            <a:ext cx="3998421" cy="408620"/>
          </a:xfrm>
          <a:prstGeom prst="wedgeRoundRectCallout">
            <a:avLst>
              <a:gd name="adj1" fmla="val 20461"/>
              <a:gd name="adj2" fmla="val -381156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B11: Click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Khởi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tạo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để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hoàn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thành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đơn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3702" y="143319"/>
            <a:ext cx="652549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2.1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dẫn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TB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tiêu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hao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(BP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sử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dụng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11165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4"/>
          <p:cNvSpPr/>
          <p:nvPr/>
        </p:nvSpPr>
        <p:spPr>
          <a:xfrm>
            <a:off x="197581" y="760900"/>
            <a:ext cx="11737571" cy="5769033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532015" y="2277687"/>
            <a:ext cx="2718261" cy="109728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28" y="1009996"/>
            <a:ext cx="8792872" cy="4729942"/>
          </a:xfrm>
          <a:prstGeom prst="rect">
            <a:avLst/>
          </a:prstGeom>
        </p:spPr>
      </p:pic>
      <p:sp>
        <p:nvSpPr>
          <p:cNvPr id="12" name="Rectangular Callout 11"/>
          <p:cNvSpPr/>
          <p:nvPr/>
        </p:nvSpPr>
        <p:spPr>
          <a:xfrm>
            <a:off x="490952" y="1569320"/>
            <a:ext cx="2102619" cy="369330"/>
          </a:xfrm>
          <a:prstGeom prst="wedgeRectCallout">
            <a:avLst>
              <a:gd name="adj1" fmla="val 119202"/>
              <a:gd name="adj2" fmla="val -164584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B1: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Kích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3" name="Rectangular Callout 12"/>
          <p:cNvSpPr/>
          <p:nvPr/>
        </p:nvSpPr>
        <p:spPr>
          <a:xfrm>
            <a:off x="490952" y="2093022"/>
            <a:ext cx="2102619" cy="369330"/>
          </a:xfrm>
          <a:prstGeom prst="wedgeRectCallout">
            <a:avLst>
              <a:gd name="adj1" fmla="val 62667"/>
              <a:gd name="adj2" fmla="val 4698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B2: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xuất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kho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81548" y="1009996"/>
            <a:ext cx="249383" cy="224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880052" y="2462352"/>
            <a:ext cx="665019" cy="224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3702" y="143319"/>
            <a:ext cx="652549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2.2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dẫn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phát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TB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tiêu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hao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(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Phòng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công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cụ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96307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 Diagonal Corner Rectangle 3"/>
          <p:cNvSpPr/>
          <p:nvPr/>
        </p:nvSpPr>
        <p:spPr>
          <a:xfrm>
            <a:off x="283422" y="567375"/>
            <a:ext cx="11722524" cy="5659999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3701" y="143319"/>
            <a:ext cx="619298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2.2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dẫn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TBTH (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Phòng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công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cụ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97" y="845797"/>
            <a:ext cx="4100742" cy="4133133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5494302" y="1509687"/>
            <a:ext cx="4279475" cy="408620"/>
          </a:xfrm>
          <a:prstGeom prst="wedgeRoundRectCallout">
            <a:avLst>
              <a:gd name="adj1" fmla="val -63716"/>
              <a:gd name="adj2" fmla="val 75118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B11: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Kích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mã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đơn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lĩnh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dùng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86496" y="1435949"/>
            <a:ext cx="2301390" cy="1012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420476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02" y="1087944"/>
            <a:ext cx="5255962" cy="3625372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6375861" y="2169115"/>
            <a:ext cx="4056611" cy="408620"/>
          </a:xfrm>
          <a:prstGeom prst="wedgeRoundRectCallout">
            <a:avLst>
              <a:gd name="adj1" fmla="val -86816"/>
              <a:gd name="adj2" fmla="val 115392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B4: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tên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thiết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bị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tiêu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hao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6375858" y="2727576"/>
            <a:ext cx="4056611" cy="408620"/>
          </a:xfrm>
          <a:prstGeom prst="wedgeRoundRectCallout">
            <a:avLst>
              <a:gd name="adj1" fmla="val -86817"/>
              <a:gd name="adj2" fmla="val 64535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B5: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quy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cách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6375858" y="3377480"/>
            <a:ext cx="4056611" cy="408620"/>
          </a:xfrm>
          <a:prstGeom prst="wedgeRoundRectCallout">
            <a:avLst>
              <a:gd name="adj1" fmla="val -101366"/>
              <a:gd name="adj2" fmla="val 31985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B6: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kiểu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lĩnh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6375857" y="4027384"/>
            <a:ext cx="4056611" cy="408620"/>
          </a:xfrm>
          <a:prstGeom prst="wedgeRoundRectCallout">
            <a:avLst>
              <a:gd name="adj1" fmla="val -86611"/>
              <a:gd name="adj2" fmla="val -59561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B7: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Nhập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số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lượng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7" name="Rounded Rectangular Callout 16"/>
          <p:cNvSpPr/>
          <p:nvPr/>
        </p:nvSpPr>
        <p:spPr>
          <a:xfrm>
            <a:off x="6375859" y="5526044"/>
            <a:ext cx="4056611" cy="408620"/>
          </a:xfrm>
          <a:prstGeom prst="wedgeRoundRectCallout">
            <a:avLst>
              <a:gd name="adj1" fmla="val -128824"/>
              <a:gd name="adj2" fmla="val -307750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B8: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Kích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SUBMIT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để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hoàn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thành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8" name="Rounded Rectangular Callout 17"/>
          <p:cNvSpPr/>
          <p:nvPr/>
        </p:nvSpPr>
        <p:spPr>
          <a:xfrm>
            <a:off x="6375857" y="4763273"/>
            <a:ext cx="4056611" cy="408620"/>
          </a:xfrm>
          <a:prstGeom prst="wedgeRoundRectCallout">
            <a:avLst>
              <a:gd name="adj1" fmla="val -85996"/>
              <a:gd name="adj2" fmla="val -171450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B7: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Chọn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kiểu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loại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(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Cũ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,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mới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) 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8554" y="2744202"/>
            <a:ext cx="2392828" cy="226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428554" y="3088616"/>
            <a:ext cx="2392828" cy="226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428554" y="3377480"/>
            <a:ext cx="2392828" cy="226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28554" y="3846114"/>
            <a:ext cx="2392828" cy="226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21401" y="4118396"/>
            <a:ext cx="2392828" cy="226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21401" y="3617737"/>
            <a:ext cx="1826403" cy="226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421400" y="4337808"/>
            <a:ext cx="737435" cy="289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3701" y="159945"/>
            <a:ext cx="619298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2.2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dẫn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TBTH (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Phòng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công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cụ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35080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ound Diagonal Corner Rectangle 4"/>
          <p:cNvSpPr/>
          <p:nvPr/>
        </p:nvSpPr>
        <p:spPr>
          <a:xfrm>
            <a:off x="283422" y="567375"/>
            <a:ext cx="11722524" cy="5659999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92" y="3573657"/>
            <a:ext cx="5266979" cy="2514600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>
          <a:xfrm>
            <a:off x="6357005" y="3691814"/>
            <a:ext cx="4279475" cy="715087"/>
          </a:xfrm>
          <a:prstGeom prst="wedgeRoundRectCallout">
            <a:avLst>
              <a:gd name="adj1" fmla="val -60803"/>
              <a:gd name="adj2" fmla="val 75118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B8: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Bộ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phận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lĩnh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dung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nhập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Tài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khoản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và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mật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khẩu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để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xác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nhận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7671456" y="4830957"/>
            <a:ext cx="3998421" cy="715087"/>
          </a:xfrm>
          <a:prstGeom prst="wedgeRoundRectCallout">
            <a:avLst>
              <a:gd name="adj1" fmla="val 28362"/>
              <a:gd name="adj2" fmla="val -248051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B9: PCC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Kích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Hoàn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Thành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để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xác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nhận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hoặc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Hủy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Đơn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để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hủy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bỏ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yêu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cầu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336" y="612985"/>
            <a:ext cx="10039609" cy="275954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232967" y="3059084"/>
            <a:ext cx="1772978" cy="338291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5" name="Cloud Callout 14"/>
          <p:cNvSpPr/>
          <p:nvPr/>
        </p:nvSpPr>
        <p:spPr>
          <a:xfrm>
            <a:off x="523701" y="1281016"/>
            <a:ext cx="1313411" cy="1405530"/>
          </a:xfrm>
          <a:prstGeom prst="cloudCallout">
            <a:avLst>
              <a:gd name="adj1" fmla="val 67179"/>
              <a:gd name="adj2" fmla="val -58399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Cửa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sổ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sau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khi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SUBMIT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3701" y="143319"/>
            <a:ext cx="619298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2.2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dẫn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TBTH (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Phòng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công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cụ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613878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 Diagonal Corner Rectangle 3"/>
          <p:cNvSpPr/>
          <p:nvPr/>
        </p:nvSpPr>
        <p:spPr>
          <a:xfrm>
            <a:off x="283422" y="567375"/>
            <a:ext cx="11722524" cy="5659999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99" y="856209"/>
            <a:ext cx="9422282" cy="4488875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4870848" y="5429608"/>
            <a:ext cx="4279475" cy="408620"/>
          </a:xfrm>
          <a:prstGeom prst="wedgeRoundRectCallout">
            <a:avLst>
              <a:gd name="adj1" fmla="val 7183"/>
              <a:gd name="adj2" fmla="val -964430"/>
              <a:gd name="adj3" fmla="val 16667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B10: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Kích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OK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để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hoàn</a:t>
            </a:r>
            <a:r>
              <a:rPr kumimoji="0" 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n-US" sz="18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thành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3701" y="143319"/>
            <a:ext cx="619298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2.2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Hướng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dẫn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lĩnh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TBTH (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Phòng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công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cụ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266599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10294" y="2497380"/>
            <a:ext cx="9420696" cy="1600436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8000" dirty="0">
                <a:solidFill>
                  <a:schemeClr val="accent5"/>
                </a:solidFill>
              </a:rPr>
              <a:t>Thanks for your Time !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accent5"/>
              </a:solidFill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0654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2">
  <a:themeElements>
    <a:clrScheme name="3_Office 佈景主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3_Office 佈景主題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3_Office 佈景主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heme2" id="{5DA327F6-2432-40ED-B6F9-9E49F28CD4ED}" vid="{62801604-5840-4354-A1FA-0ED60336BD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16835</TotalTime>
  <Words>383</Words>
  <Application>Microsoft Office PowerPoint</Application>
  <PresentationFormat>Widescreen</PresentationFormat>
  <Paragraphs>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Theme2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37</dc:title>
  <dc:creator>Nougat</dc:creator>
  <cp:lastModifiedBy>馮文實</cp:lastModifiedBy>
  <cp:revision>600</cp:revision>
  <dcterms:created xsi:type="dcterms:W3CDTF">2020-09-11T01:29:12Z</dcterms:created>
  <dcterms:modified xsi:type="dcterms:W3CDTF">2022-09-12T08:06:43Z</dcterms:modified>
</cp:coreProperties>
</file>