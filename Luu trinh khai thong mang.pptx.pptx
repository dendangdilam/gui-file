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94660"/>
  </p:normalViewPr>
  <p:slideViewPr>
    <p:cSldViewPr snapToGrid="0">
      <p:cViewPr varScale="1">
        <p:scale>
          <a:sx n="87" d="100"/>
          <a:sy n="87" d="100"/>
        </p:scale>
        <p:origin x="7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1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04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1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9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2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35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2945" y="6388100"/>
            <a:ext cx="11849056" cy="382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113832" y="6453336"/>
            <a:ext cx="2743557" cy="365125"/>
          </a:xfrm>
        </p:spPr>
        <p:txBody>
          <a:bodyPr/>
          <a:lstStyle>
            <a:lvl1pPr>
              <a:defRPr sz="1600" b="1"/>
            </a:lvl1pPr>
          </a:lstStyle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2945" y="2578102"/>
            <a:ext cx="11456891" cy="177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26445" y="129602"/>
            <a:ext cx="1752828" cy="5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590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35715-6B81-4029-9251-134E1166C6C8}" type="datetimeFigureOut">
              <a:rPr lang="en-US" smtClean="0"/>
              <a:t>2024-10-29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8E879-CA53-42E3-9902-AE0FD865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8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ppvn3-cns.myfiinet.com/Employee/APP_ESIGN/WaitingForYourApproval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52126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 smtClean="0">
                <a:solidFill>
                  <a:srgbClr val="00B050"/>
                </a:solidFill>
              </a:rPr>
              <a:t>SOP</a:t>
            </a:r>
            <a:r>
              <a:rPr lang="en-US" sz="6000" b="1" dirty="0">
                <a:solidFill>
                  <a:srgbClr val="00B050"/>
                </a:solidFill>
              </a:rPr>
              <a:t> </a:t>
            </a:r>
            <a:r>
              <a:rPr lang="en-US" sz="6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ESIGN 2.0</a:t>
            </a:r>
            <a:endParaRPr lang="en-US" sz="6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08523" y="5769034"/>
            <a:ext cx="206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IT4</a:t>
            </a: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2024/10/26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75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127" y="255203"/>
            <a:ext cx="10863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Esign</a:t>
            </a:r>
            <a:r>
              <a:rPr lang="en-US" dirty="0" smtClean="0"/>
              <a:t> System 2.0: </a:t>
            </a:r>
            <a:r>
              <a:rPr lang="en-US" dirty="0" smtClean="0">
                <a:latin typeface="Microsoft Sans Serif" panose="020B0604020202020204" pitchFamily="34" charset="0"/>
                <a:hlinkClick r:id="rId2"/>
              </a:rPr>
              <a:t>https://appvn3-cns.myfiinet.com/Employee/APP_ESIGN/WaitingForYourApproval</a:t>
            </a:r>
            <a:endParaRPr lang="en-US" dirty="0" smtClean="0"/>
          </a:p>
          <a:p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9536" r="21402"/>
          <a:stretch/>
        </p:blipFill>
        <p:spPr>
          <a:xfrm>
            <a:off x="3261019" y="907967"/>
            <a:ext cx="4960268" cy="4096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0204" y="5162204"/>
            <a:ext cx="9775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Bước</a:t>
            </a:r>
            <a:r>
              <a:rPr lang="en-US" dirty="0" smtClean="0"/>
              <a:t> 1: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Esign</a:t>
            </a:r>
            <a:r>
              <a:rPr lang="en-US" dirty="0" smtClean="0"/>
              <a:t> 2.0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Smart Office.</a:t>
            </a:r>
          </a:p>
          <a:p>
            <a:endParaRPr lang="en-US" dirty="0"/>
          </a:p>
          <a:p>
            <a:r>
              <a:rPr lang="en-US" dirty="0" smtClean="0"/>
              <a:t>Step 1: Log in to the </a:t>
            </a:r>
            <a:r>
              <a:rPr lang="en-US" dirty="0" err="1" smtClean="0"/>
              <a:t>Esign</a:t>
            </a:r>
            <a:r>
              <a:rPr lang="en-US" dirty="0" smtClean="0"/>
              <a:t> 2.0 system with your Smart Office account.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79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14" y="1338349"/>
            <a:ext cx="8723065" cy="42369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57942"/>
            <a:ext cx="813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Bước</a:t>
            </a:r>
            <a:r>
              <a:rPr lang="en-US" dirty="0" smtClean="0"/>
              <a:t> 2: </a:t>
            </a:r>
            <a:r>
              <a:rPr lang="en-US" dirty="0" err="1" smtClean="0"/>
              <a:t>Chọn</a:t>
            </a:r>
            <a:r>
              <a:rPr lang="en-US" dirty="0" smtClean="0"/>
              <a:t> New Application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err="1" smtClean="0">
                <a:sym typeface="Wingdings" panose="05000000000000000000" pitchFamily="2" charset="2"/>
              </a:rPr>
              <a:t>Đơn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xin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phục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vụ</a:t>
            </a:r>
            <a:r>
              <a:rPr lang="en-US" dirty="0" smtClean="0">
                <a:sym typeface="Wingdings" panose="05000000000000000000" pitchFamily="2" charset="2"/>
              </a:rPr>
              <a:t> IT  Next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675702"/>
            <a:ext cx="6157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Step 2: Select New Application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IT Service Application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Next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34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3949" y="199506"/>
            <a:ext cx="9775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Bước</a:t>
            </a:r>
            <a:r>
              <a:rPr lang="en-US" dirty="0" smtClean="0"/>
              <a:t> 3: </a:t>
            </a:r>
            <a:r>
              <a:rPr lang="en-US" dirty="0" err="1" smtClean="0"/>
              <a:t>Điền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: Factory, Location, Application type (Open access </a:t>
            </a:r>
            <a:r>
              <a:rPr lang="en-US" dirty="0" err="1" smtClean="0"/>
              <a:t>permisstion</a:t>
            </a:r>
            <a:r>
              <a:rPr lang="en-US" dirty="0" smtClean="0"/>
              <a:t> ), </a:t>
            </a:r>
            <a:r>
              <a:rPr lang="en-US" dirty="0" err="1" smtClean="0"/>
              <a:t>Infromation</a:t>
            </a:r>
            <a:r>
              <a:rPr lang="en-US" dirty="0" smtClean="0"/>
              <a:t> IP Source-Destination, …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594" y="939338"/>
            <a:ext cx="10005649" cy="539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5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3949" y="199506"/>
            <a:ext cx="9775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Step 3: Fill in the required information marked with *: Factory, Location, Application type (Open access permission), </a:t>
            </a:r>
            <a:r>
              <a:rPr lang="en-US" dirty="0" err="1" smtClean="0"/>
              <a:t>Infromation</a:t>
            </a:r>
            <a:r>
              <a:rPr lang="en-US" dirty="0" smtClean="0"/>
              <a:t> IP Source-Destination, 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594" y="939338"/>
            <a:ext cx="10005649" cy="539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70" y="1388227"/>
            <a:ext cx="9846982" cy="50082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3578" y="299259"/>
            <a:ext cx="97757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Bước</a:t>
            </a:r>
            <a:r>
              <a:rPr lang="en-US" dirty="0" smtClean="0"/>
              <a:t> 4: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Step 4: Submit the access request.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3898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096" y="1637610"/>
            <a:ext cx="9250973" cy="44483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63287" y="2718265"/>
            <a:ext cx="1080655" cy="2576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1908" y="467883"/>
            <a:ext cx="51478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Bước</a:t>
            </a:r>
            <a:r>
              <a:rPr lang="en-US" dirty="0" smtClean="0"/>
              <a:t> 4: Theo </a:t>
            </a:r>
            <a:r>
              <a:rPr lang="en-US" dirty="0" err="1" smtClean="0"/>
              <a:t>dõi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Open Access Permission.</a:t>
            </a:r>
          </a:p>
          <a:p>
            <a:endParaRPr lang="en-US" dirty="0"/>
          </a:p>
          <a:p>
            <a:r>
              <a:rPr lang="en-US" dirty="0" smtClean="0"/>
              <a:t>Step 4: Track the Open Access Permission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60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166</Words>
  <Application>Microsoft Office PowerPoint</Application>
  <PresentationFormat>寬螢幕</PresentationFormat>
  <Paragraphs>18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等线</vt:lpstr>
      <vt:lpstr>新細明體</vt:lpstr>
      <vt:lpstr>Arial</vt:lpstr>
      <vt:lpstr>Calibri</vt:lpstr>
      <vt:lpstr>Calibri Light</vt:lpstr>
      <vt:lpstr>Microsoft Sans Serif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陳明勇</dc:creator>
  <cp:lastModifiedBy>Lanying</cp:lastModifiedBy>
  <cp:revision>12</cp:revision>
  <dcterms:created xsi:type="dcterms:W3CDTF">2024-10-26T03:23:21Z</dcterms:created>
  <dcterms:modified xsi:type="dcterms:W3CDTF">2024-10-29T07:56:36Z</dcterms:modified>
</cp:coreProperties>
</file>