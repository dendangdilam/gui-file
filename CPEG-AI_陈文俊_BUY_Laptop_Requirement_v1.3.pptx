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4" r:id="rId1"/>
  </p:sldMasterIdLst>
  <p:notesMasterIdLst>
    <p:notesMasterId r:id="rId3"/>
  </p:notesMasterIdLst>
  <p:handoutMasterIdLst>
    <p:handoutMasterId r:id="rId4"/>
  </p:handoutMasterIdLst>
  <p:sldIdLst>
    <p:sldId id="290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77"/>
    <a:srgbClr val="92D050"/>
    <a:srgbClr val="0000CC"/>
    <a:srgbClr val="DEEBF7"/>
    <a:srgbClr val="FFC000"/>
    <a:srgbClr val="002060"/>
    <a:srgbClr val="FFF2CC"/>
    <a:srgbClr val="3B3BFF"/>
    <a:srgbClr val="0070C0"/>
    <a:srgbClr val="007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1ABFB-ECFE-4F0E-9420-0EEDC6F172BD}" v="32" dt="2025-11-27T18:27:12.498"/>
    <p1510:client id="{346D5B2B-64BF-4B68-970D-C4697455CD4A}" v="21" dt="2025-11-28T03:15:04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65" autoAdjust="0"/>
    <p:restoredTop sz="94206" autoAdjust="0"/>
  </p:normalViewPr>
  <p:slideViewPr>
    <p:cSldViewPr snapToGrid="0">
      <p:cViewPr varScale="1">
        <p:scale>
          <a:sx n="111" d="100"/>
          <a:sy n="111" d="100"/>
        </p:scale>
        <p:origin x="34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38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 for list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87082A3D-08FC-4EF5-9145-7DCFDBB543BD}"/>
              </a:ext>
            </a:extLst>
          </p:cNvPr>
          <p:cNvSpPr/>
          <p:nvPr userDrawn="1"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F0943-FF36-4C0E-9490-A58E4773E013}"/>
              </a:ext>
            </a:extLst>
          </p:cNvPr>
          <p:cNvSpPr txBox="1"/>
          <p:nvPr userDrawn="1"/>
        </p:nvSpPr>
        <p:spPr>
          <a:xfrm>
            <a:off x="3772452" y="2557117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1180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408"/>
            <a:ext cx="276045" cy="4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48143572-3673-5F14-0331-8EAFEB7DE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11165"/>
              </p:ext>
            </p:extLst>
          </p:nvPr>
        </p:nvGraphicFramePr>
        <p:xfrm>
          <a:off x="1287561" y="2600071"/>
          <a:ext cx="977214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777">
                  <a:extLst>
                    <a:ext uri="{9D8B030D-6E8A-4147-A177-3AD203B41FA5}">
                      <a16:colId xmlns:a16="http://schemas.microsoft.com/office/drawing/2014/main" val="2301159319"/>
                    </a:ext>
                  </a:extLst>
                </a:gridCol>
                <a:gridCol w="964612">
                  <a:extLst>
                    <a:ext uri="{9D8B030D-6E8A-4147-A177-3AD203B41FA5}">
                      <a16:colId xmlns:a16="http://schemas.microsoft.com/office/drawing/2014/main" val="2902520997"/>
                    </a:ext>
                  </a:extLst>
                </a:gridCol>
                <a:gridCol w="880869">
                  <a:extLst>
                    <a:ext uri="{9D8B030D-6E8A-4147-A177-3AD203B41FA5}">
                      <a16:colId xmlns:a16="http://schemas.microsoft.com/office/drawing/2014/main" val="3457842822"/>
                    </a:ext>
                  </a:extLst>
                </a:gridCol>
                <a:gridCol w="5240293">
                  <a:extLst>
                    <a:ext uri="{9D8B030D-6E8A-4147-A177-3AD203B41FA5}">
                      <a16:colId xmlns:a16="http://schemas.microsoft.com/office/drawing/2014/main" val="903594873"/>
                    </a:ext>
                  </a:extLst>
                </a:gridCol>
                <a:gridCol w="635794">
                  <a:extLst>
                    <a:ext uri="{9D8B030D-6E8A-4147-A177-3AD203B41FA5}">
                      <a16:colId xmlns:a16="http://schemas.microsoft.com/office/drawing/2014/main" val="579721677"/>
                    </a:ext>
                  </a:extLst>
                </a:gridCol>
                <a:gridCol w="1470799">
                  <a:extLst>
                    <a:ext uri="{9D8B030D-6E8A-4147-A177-3AD203B41FA5}">
                      <a16:colId xmlns:a16="http://schemas.microsoft.com/office/drawing/2014/main" val="101956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Brand</a:t>
                      </a:r>
                      <a:endParaRPr lang="en-US" sz="1200" b="0" dirty="0"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Specification</a:t>
                      </a:r>
                      <a:endParaRPr lang="en-US" sz="1200" b="0" dirty="0"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Price (VND)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04090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r>
                        <a:rPr lang="en-US" sz="1200" b="0" baseline="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 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DELL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 Dell G15 5530 - i9HX161W11GR4060 (i9 13900HX, 16GB, 1TB, 8GB RTX4060, 15.6"F, 165Hz, OfficeHS, Win11)</a:t>
                      </a:r>
                      <a:endParaRPr lang="fr-FR" sz="1200" b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38205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2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HP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HP OMEN 16T-WF100 Core I9-14900HX, 32GB RAM, 1TB SSD, RTX 4070, 16 inch FHD 165HZ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119805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3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HP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 HP VICTUS 16-r0358TX AY8X4PA (Intel Core i7-13700HX | RTX 4070 8GB GDDR6 | 16.1 inch FHD | 32GB | 1T SSD | Windows 11 Home | BLACK)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70598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4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HP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 HP Gaming OMEN 16-AM0129TX BX9D1PA</a:t>
                      </a:r>
                      <a:r>
                        <a:rPr lang="fr-F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 | </a:t>
                      </a:r>
                      <a:r>
                        <a:rPr lang="pt-B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NVIDIA GeForce RTX 5070 (8 GB VRAM) | Intel Core Ultra i7 255H | RAM 32GB</a:t>
                      </a:r>
                      <a:endParaRPr lang="en-US" sz="1200" b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69586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5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ASUS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Laptop ASUS ROG Strix G16 G615JPR-S5107W (Intel Core i7-14650HX | RTX 5070 8GB | 16 inch 2.5K IPS 240Hz | 32GB | 1TB | Win 11 |GREY)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14790"/>
                  </a:ext>
                </a:extLst>
              </a:tr>
              <a:tr h="412305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6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Laptop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MSI</a:t>
                      </a:r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Laptop MSI Katana 15 HX B14WFK-267VN (Intel Core i7-14650HX | RTX 5060 8GB | 15.6 inch QHD 165Hz | 32GB | 512GB | Win 11 | BLACK)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848841"/>
                  </a:ext>
                </a:extLst>
              </a:tr>
              <a:tr h="12496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Microsoft GothicNeo" panose="020B0500000101010101" pitchFamily="34" charset="-127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1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Microsoft GothicNeo" panose="020B05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06039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C4D7D66-B827-0630-C91E-9B9A3BA0431E}"/>
              </a:ext>
            </a:extLst>
          </p:cNvPr>
          <p:cNvSpPr/>
          <p:nvPr/>
        </p:nvSpPr>
        <p:spPr>
          <a:xfrm>
            <a:off x="1287560" y="937986"/>
            <a:ext cx="9772145" cy="1569658"/>
          </a:xfrm>
          <a:prstGeom prst="rect">
            <a:avLst/>
          </a:prstGeom>
          <a:noFill/>
          <a:ln>
            <a:solidFill>
              <a:srgbClr val="002F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What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：購買一台筆記型電腦以支援工作任務。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When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2026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02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月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日。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Why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：因</a:t>
            </a:r>
            <a:r>
              <a:rPr lang="zh-CN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参加主管会议，且方便编程测试</a:t>
            </a:r>
            <a:r>
              <a:rPr lang="en-US" altLang="zh-CN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CN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软件和算法。</a:t>
            </a:r>
            <a:endParaRPr lang="zh-TW" altLang="en-US" sz="160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Who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Fii - CNSBG - CPEG - AI - 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陳文俊；工號：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V1047876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，課級主管，師</a:t>
            </a:r>
            <a:r>
              <a:rPr lang="en-US" altLang="zh-TW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160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9317E-23DA-E8A2-8A5D-631B53904476}"/>
              </a:ext>
            </a:extLst>
          </p:cNvPr>
          <p:cNvSpPr txBox="1"/>
          <p:nvPr/>
        </p:nvSpPr>
        <p:spPr>
          <a:xfrm>
            <a:off x="342208" y="326009"/>
            <a:ext cx="920128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TW" sz="2400">
                <a:solidFill>
                  <a:srgbClr val="002F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BUY LAPTOP REQUIREMENT </a:t>
            </a:r>
            <a:r>
              <a:rPr lang="en-US" altLang="zh-CN" sz="2400">
                <a:solidFill>
                  <a:srgbClr val="002F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——</a:t>
            </a:r>
            <a:r>
              <a:rPr lang="en-US" altLang="zh-TW" sz="2400">
                <a:solidFill>
                  <a:srgbClr val="002F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Prepare by: CPEG-AI </a:t>
            </a:r>
            <a:r>
              <a:rPr lang="zh-CN" altLang="en-US" sz="2400">
                <a:solidFill>
                  <a:srgbClr val="002F77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陈文俊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344312-F013-7450-3CAE-FE6C82371B9A}"/>
              </a:ext>
            </a:extLst>
          </p:cNvPr>
          <p:cNvSpPr txBox="1"/>
          <p:nvPr/>
        </p:nvSpPr>
        <p:spPr>
          <a:xfrm>
            <a:off x="10662082" y="6589879"/>
            <a:ext cx="15299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8971825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120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285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Microsoft JhengHei</vt:lpstr>
      <vt:lpstr>Arial</vt:lpstr>
      <vt:lpstr>Calibri</vt:lpstr>
      <vt:lpstr>Wingdings</vt:lpstr>
      <vt:lpstr>1_Office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Anh</dc:creator>
  <cp:lastModifiedBy>VAN TUAN TRAN</cp:lastModifiedBy>
  <cp:revision>55</cp:revision>
  <dcterms:created xsi:type="dcterms:W3CDTF">2026-02-07T01:58:58Z</dcterms:created>
  <dcterms:modified xsi:type="dcterms:W3CDTF">2026-02-11T09:12:55Z</dcterms:modified>
</cp:coreProperties>
</file>