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9BC2-4D06-4866-927C-FBD2FEC89B51}" type="datetimeFigureOut">
              <a:rPr lang="zh-TW" altLang="en-US" smtClean="0"/>
              <a:t>2025/3/30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387C-11A6-4AAD-94C4-FFBB9FF3FD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966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9BC2-4D06-4866-927C-FBD2FEC89B51}" type="datetimeFigureOut">
              <a:rPr lang="zh-TW" altLang="en-US" smtClean="0"/>
              <a:t>2025/3/30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387C-11A6-4AAD-94C4-FFBB9FF3FD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8810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9BC2-4D06-4866-927C-FBD2FEC89B51}" type="datetimeFigureOut">
              <a:rPr lang="zh-TW" altLang="en-US" smtClean="0"/>
              <a:t>2025/3/30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387C-11A6-4AAD-94C4-FFBB9FF3FD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7770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9BC2-4D06-4866-927C-FBD2FEC89B51}" type="datetimeFigureOut">
              <a:rPr lang="zh-TW" altLang="en-US" smtClean="0"/>
              <a:t>2025/3/30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387C-11A6-4AAD-94C4-FFBB9FF3FD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49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9BC2-4D06-4866-927C-FBD2FEC89B51}" type="datetimeFigureOut">
              <a:rPr lang="zh-TW" altLang="en-US" smtClean="0"/>
              <a:t>2025/3/30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387C-11A6-4AAD-94C4-FFBB9FF3FD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46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9BC2-4D06-4866-927C-FBD2FEC89B51}" type="datetimeFigureOut">
              <a:rPr lang="zh-TW" altLang="en-US" smtClean="0"/>
              <a:t>2025/3/30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387C-11A6-4AAD-94C4-FFBB9FF3FD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906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9BC2-4D06-4866-927C-FBD2FEC89B51}" type="datetimeFigureOut">
              <a:rPr lang="zh-TW" altLang="en-US" smtClean="0"/>
              <a:t>2025/3/30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387C-11A6-4AAD-94C4-FFBB9FF3FD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243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9BC2-4D06-4866-927C-FBD2FEC89B51}" type="datetimeFigureOut">
              <a:rPr lang="zh-TW" altLang="en-US" smtClean="0"/>
              <a:t>2025/3/30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387C-11A6-4AAD-94C4-FFBB9FF3FD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95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9BC2-4D06-4866-927C-FBD2FEC89B51}" type="datetimeFigureOut">
              <a:rPr lang="zh-TW" altLang="en-US" smtClean="0"/>
              <a:t>2025/3/30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387C-11A6-4AAD-94C4-FFBB9FF3FD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583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9BC2-4D06-4866-927C-FBD2FEC89B51}" type="datetimeFigureOut">
              <a:rPr lang="zh-TW" altLang="en-US" smtClean="0"/>
              <a:t>2025/3/30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387C-11A6-4AAD-94C4-FFBB9FF3FD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2450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9BC2-4D06-4866-927C-FBD2FEC89B51}" type="datetimeFigureOut">
              <a:rPr lang="zh-TW" altLang="en-US" smtClean="0"/>
              <a:t>2025/3/30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387C-11A6-4AAD-94C4-FFBB9FF3FD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451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59BC2-4D06-4866-927C-FBD2FEC89B51}" type="datetimeFigureOut">
              <a:rPr lang="zh-TW" altLang="en-US" smtClean="0"/>
              <a:t>2025/3/30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4387C-11A6-4AAD-94C4-FFBB9FF3FD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30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04" y="2189018"/>
            <a:ext cx="4263251" cy="35098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2399" y="364981"/>
            <a:ext cx="9550399" cy="1066655"/>
          </a:xfrm>
        </p:spPr>
        <p:txBody>
          <a:bodyPr>
            <a:noAutofit/>
          </a:bodyPr>
          <a:lstStyle/>
          <a:p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Panel 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搜尋控制面板  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zh-TW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找出如圖所示的項目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05235" y="1530135"/>
            <a:ext cx="5310909" cy="508144"/>
          </a:xfrm>
        </p:spPr>
        <p:txBody>
          <a:bodyPr/>
          <a:lstStyle/>
          <a:p>
            <a:r>
              <a:rPr lang="en-US" altLang="zh-TW" dirty="0" smtClean="0"/>
              <a:t>-</a:t>
            </a:r>
            <a:endParaRPr lang="zh-TW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235" y="2623126"/>
            <a:ext cx="5654415" cy="2945258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5412509" y="3759200"/>
            <a:ext cx="535709" cy="25861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343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2399" y="364981"/>
            <a:ext cx="9550399" cy="1066655"/>
          </a:xfrm>
        </p:spPr>
        <p:txBody>
          <a:bodyPr>
            <a:noAutofit/>
          </a:bodyPr>
          <a:lstStyle/>
          <a:p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Trỏ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bôi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指向紅色突出顯示的部分 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TW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點擊藍色部分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05235" y="1530135"/>
            <a:ext cx="5310909" cy="508144"/>
          </a:xfrm>
        </p:spPr>
        <p:txBody>
          <a:bodyPr/>
          <a:lstStyle/>
          <a:p>
            <a:r>
              <a:rPr lang="en-US" altLang="zh-TW" dirty="0" smtClean="0"/>
              <a:t>-</a:t>
            </a:r>
            <a:endParaRPr lang="zh-TW" altLang="en-US" dirty="0"/>
          </a:p>
        </p:txBody>
      </p:sp>
      <p:sp>
        <p:nvSpPr>
          <p:cNvPr id="6" name="Right Arrow 5"/>
          <p:cNvSpPr/>
          <p:nvPr/>
        </p:nvSpPr>
        <p:spPr>
          <a:xfrm>
            <a:off x="6345381" y="3759199"/>
            <a:ext cx="535709" cy="25861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891" y="2431218"/>
            <a:ext cx="4784435" cy="31500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01" y="2258888"/>
            <a:ext cx="4202543" cy="35178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70545" y="3565236"/>
            <a:ext cx="2068946" cy="3694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502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2399" y="364981"/>
            <a:ext cx="9550399" cy="1066655"/>
          </a:xfrm>
        </p:spPr>
        <p:txBody>
          <a:bodyPr>
            <a:noAutofit/>
          </a:bodyPr>
          <a:lstStyle/>
          <a:p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Next</a:t>
            </a:r>
            <a:b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如圖所示選擇並按下一步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05235" y="1530135"/>
            <a:ext cx="5310909" cy="508144"/>
          </a:xfrm>
        </p:spPr>
        <p:txBody>
          <a:bodyPr/>
          <a:lstStyle/>
          <a:p>
            <a:r>
              <a:rPr lang="en-US" altLang="zh-TW" dirty="0" smtClean="0"/>
              <a:t>-</a:t>
            </a:r>
            <a:endParaRPr lang="zh-TW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94" y="1530135"/>
            <a:ext cx="5145090" cy="42887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517" y="1784207"/>
            <a:ext cx="4144012" cy="3510981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6098696" y="3094181"/>
            <a:ext cx="535709" cy="25861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568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2399" y="364981"/>
            <a:ext cx="9550399" cy="1066655"/>
          </a:xfrm>
        </p:spPr>
        <p:txBody>
          <a:bodyPr>
            <a:noAutofit/>
          </a:bodyPr>
          <a:lstStyle/>
          <a:p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bôi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按順序選擇突出顯示的部分。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7446" y="1625251"/>
            <a:ext cx="5096848" cy="480717"/>
          </a:xfrm>
        </p:spPr>
        <p:txBody>
          <a:bodyPr>
            <a:normAutofit fontScale="47500" lnSpcReduction="20000"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dirty="0" smtClean="0"/>
              <a:t>取消勾選兩個紅框，然後按</a:t>
            </a:r>
            <a:r>
              <a:rPr lang="en-US" altLang="zh-TW" dirty="0" smtClean="0"/>
              <a:t>OK-</a:t>
            </a:r>
            <a:endParaRPr lang="zh-TW" altLang="en-US" dirty="0"/>
          </a:p>
        </p:txBody>
      </p:sp>
      <p:sp>
        <p:nvSpPr>
          <p:cNvPr id="6" name="Right Arrow 5"/>
          <p:cNvSpPr/>
          <p:nvPr/>
        </p:nvSpPr>
        <p:spPr>
          <a:xfrm>
            <a:off x="6051737" y="3753534"/>
            <a:ext cx="535709" cy="25861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0298"/>
          <a:stretch/>
        </p:blipFill>
        <p:spPr>
          <a:xfrm>
            <a:off x="1519024" y="1919626"/>
            <a:ext cx="4165601" cy="42061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993" y="2503055"/>
            <a:ext cx="3712232" cy="361785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382982" y="3001818"/>
            <a:ext cx="498763" cy="2955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Rectangle 11"/>
          <p:cNvSpPr/>
          <p:nvPr/>
        </p:nvSpPr>
        <p:spPr>
          <a:xfrm>
            <a:off x="7855528" y="3282555"/>
            <a:ext cx="1316181" cy="24503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Rectangle 12"/>
          <p:cNvSpPr/>
          <p:nvPr/>
        </p:nvSpPr>
        <p:spPr>
          <a:xfrm>
            <a:off x="9171709" y="3664041"/>
            <a:ext cx="1514764" cy="24503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Right Arrow 14"/>
          <p:cNvSpPr/>
          <p:nvPr/>
        </p:nvSpPr>
        <p:spPr>
          <a:xfrm rot="5400000">
            <a:off x="9133943" y="2143736"/>
            <a:ext cx="303320" cy="22778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71709" y="5097423"/>
            <a:ext cx="868218" cy="3325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Right Arrow 16"/>
          <p:cNvSpPr/>
          <p:nvPr/>
        </p:nvSpPr>
        <p:spPr>
          <a:xfrm rot="16200000">
            <a:off x="9467273" y="4450528"/>
            <a:ext cx="535709" cy="25861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954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2399" y="364981"/>
            <a:ext cx="9550399" cy="1066655"/>
          </a:xfrm>
        </p:spPr>
        <p:txBody>
          <a:bodyPr>
            <a:noAutofit/>
          </a:bodyPr>
          <a:lstStyle/>
          <a:p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Trỏ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bôi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指向紅色突出顯示的部分 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TW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點擊藍色部分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702" y="5837236"/>
            <a:ext cx="5310909" cy="508144"/>
          </a:xfrm>
        </p:spPr>
        <p:txBody>
          <a:bodyPr>
            <a:normAutofit fontScale="55000" lnSpcReduction="20000"/>
          </a:bodyPr>
          <a:lstStyle/>
          <a:p>
            <a:r>
              <a:rPr lang="en-US" altLang="zh-TW" dirty="0" err="1" smtClean="0"/>
              <a:t>Tích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vào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phần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bôi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đỏ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sau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đó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ấn</a:t>
            </a:r>
            <a:r>
              <a:rPr lang="en-US" altLang="zh-TW" dirty="0" smtClean="0"/>
              <a:t> Save Credentials</a:t>
            </a:r>
          </a:p>
          <a:p>
            <a:r>
              <a:rPr lang="zh-TW" altLang="en-US" dirty="0"/>
              <a:t>勾選紅色框，然後點選儲存憑證</a:t>
            </a:r>
            <a:endParaRPr lang="zh-TW" altLang="en-US" dirty="0"/>
          </a:p>
        </p:txBody>
      </p:sp>
      <p:sp>
        <p:nvSpPr>
          <p:cNvPr id="6" name="Right Arrow 5"/>
          <p:cNvSpPr/>
          <p:nvPr/>
        </p:nvSpPr>
        <p:spPr>
          <a:xfrm>
            <a:off x="4023896" y="3759199"/>
            <a:ext cx="535709" cy="25861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9895" t="1346"/>
          <a:stretch/>
        </p:blipFill>
        <p:spPr>
          <a:xfrm>
            <a:off x="494308" y="2529284"/>
            <a:ext cx="3529588" cy="29770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33036" y="4605826"/>
            <a:ext cx="978891" cy="30718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052" y="2222891"/>
            <a:ext cx="3506505" cy="358985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599463" y="3566016"/>
            <a:ext cx="1011544" cy="16089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Rectangle 15"/>
          <p:cNvSpPr/>
          <p:nvPr/>
        </p:nvSpPr>
        <p:spPr>
          <a:xfrm>
            <a:off x="5735781" y="3910714"/>
            <a:ext cx="1110753" cy="37599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Right Arrow 16"/>
          <p:cNvSpPr/>
          <p:nvPr/>
        </p:nvSpPr>
        <p:spPr>
          <a:xfrm>
            <a:off x="8124268" y="3652096"/>
            <a:ext cx="535709" cy="25861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978" y="2540661"/>
            <a:ext cx="3301114" cy="2740105"/>
          </a:xfrm>
          <a:prstGeom prst="rect">
            <a:avLst/>
          </a:prstGeom>
        </p:spPr>
      </p:pic>
      <p:sp>
        <p:nvSpPr>
          <p:cNvPr id="19" name="Subtitle 2"/>
          <p:cNvSpPr txBox="1">
            <a:spLocks/>
          </p:cNvSpPr>
          <p:nvPr/>
        </p:nvSpPr>
        <p:spPr>
          <a:xfrm>
            <a:off x="7970982" y="5632537"/>
            <a:ext cx="4479636" cy="479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err="1" smtClean="0"/>
              <a:t>Nhập</a:t>
            </a:r>
            <a:r>
              <a:rPr lang="en-US" altLang="zh-TW" dirty="0" smtClean="0"/>
              <a:t> user password </a:t>
            </a:r>
            <a:r>
              <a:rPr lang="en-US" altLang="zh-TW" dirty="0" err="1" smtClean="0"/>
              <a:t>được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ghi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trên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đơn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sau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đó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ấn</a:t>
            </a:r>
            <a:r>
              <a:rPr lang="en-US" altLang="zh-TW" dirty="0" smtClean="0"/>
              <a:t> OK </a:t>
            </a:r>
            <a:r>
              <a:rPr lang="en-US" altLang="zh-TW" dirty="0" err="1" smtClean="0"/>
              <a:t>và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tắt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hết</a:t>
            </a:r>
            <a:endParaRPr lang="en-US" altLang="zh-TW" dirty="0" smtClean="0"/>
          </a:p>
          <a:p>
            <a:r>
              <a:rPr lang="zh-TW" altLang="en-US" dirty="0"/>
              <a:t>輸入表單上寫的使用者密碼，然後按確定並關閉所有內容。</a:t>
            </a:r>
          </a:p>
        </p:txBody>
      </p:sp>
      <p:sp>
        <p:nvSpPr>
          <p:cNvPr id="20" name="Right Arrow 19"/>
          <p:cNvSpPr/>
          <p:nvPr/>
        </p:nvSpPr>
        <p:spPr>
          <a:xfrm rot="16200000">
            <a:off x="10276607" y="5359227"/>
            <a:ext cx="262704" cy="19484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993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634" y="540472"/>
            <a:ext cx="9550399" cy="1066655"/>
          </a:xfrm>
        </p:spPr>
        <p:txBody>
          <a:bodyPr>
            <a:noAutofit/>
          </a:bodyPr>
          <a:lstStyle/>
          <a:p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最後開啟</a:t>
            </a:r>
            <a:r>
              <a:rPr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並連接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3193"/>
          <a:stretch/>
        </p:blipFill>
        <p:spPr>
          <a:xfrm>
            <a:off x="4886037" y="2161309"/>
            <a:ext cx="3361050" cy="408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36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147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新細明體</vt:lpstr>
      <vt:lpstr>Arial</vt:lpstr>
      <vt:lpstr>Calibri</vt:lpstr>
      <vt:lpstr>Calibri Light</vt:lpstr>
      <vt:lpstr>Times New Roman</vt:lpstr>
      <vt:lpstr>Wingdings</vt:lpstr>
      <vt:lpstr>Office Theme</vt:lpstr>
      <vt:lpstr>Tìm kiếm Control Panel  Tìm vào mục như hình 搜尋控制面板  &gt;&gt; 找出如圖所示的項目</vt:lpstr>
      <vt:lpstr>Trỏ vào phần bôi đỏ  Click vào phần màu xanh 指向紅色突出顯示的部分 &gt;&gt; 點擊藍色部分</vt:lpstr>
      <vt:lpstr>Chọn tiếp như hình và ấn Next 如圖所示選擇並按下一步</vt:lpstr>
      <vt:lpstr>Chọn vào các phần bôi đỏ theo thứ tự 按順序選擇突出顯示的部分。</vt:lpstr>
      <vt:lpstr>Trỏ vào phần bôi đỏ  Click vào phần màu xanh 指向紅色突出顯示的部分 &gt;&gt; 點擊藍色部分</vt:lpstr>
      <vt:lpstr>Cuối cùng, bật Wifi lên và kết nối  最後開啟Wifi並連接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Tìm kiếm Control Panel  Tìm vào mục như hình 搜尋控制面板  &gt;&gt; 找出如圖所示的項目</dc:title>
  <dc:creator>Administrator</dc:creator>
  <cp:lastModifiedBy>Administrator</cp:lastModifiedBy>
  <cp:revision>23</cp:revision>
  <dcterms:created xsi:type="dcterms:W3CDTF">2025-03-30T10:35:42Z</dcterms:created>
  <dcterms:modified xsi:type="dcterms:W3CDTF">2025-03-30T11:37:35Z</dcterms:modified>
</cp:coreProperties>
</file>