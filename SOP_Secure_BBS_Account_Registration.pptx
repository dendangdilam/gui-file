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4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5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1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1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9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4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5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0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0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1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2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02A26-B01D-4A73-BD56-AA36C629A0DE}" type="datetimeFigureOut">
              <a:rPr lang="en-US" smtClean="0"/>
              <a:t>2026-03-09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DA491-57D1-4934-BFDB-E42647F56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3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641" y="0"/>
            <a:ext cx="12295641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683" y="1290638"/>
            <a:ext cx="1223010" cy="409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線單箭頭接點 6"/>
          <p:cNvCxnSpPr/>
          <p:nvPr/>
        </p:nvCxnSpPr>
        <p:spPr>
          <a:xfrm flipH="1" flipV="1">
            <a:off x="1186195" y="1699895"/>
            <a:ext cx="1267777" cy="8977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698907" y="2597627"/>
            <a:ext cx="1034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Step 1 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541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101" t="8667" r="3075" b="453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369447" y="4553495"/>
            <a:ext cx="3763010" cy="221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182903" y="4433515"/>
            <a:ext cx="965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Step 2</a:t>
            </a:r>
            <a:endParaRPr lang="en-US" sz="2400"/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6096001" y="4895180"/>
            <a:ext cx="1273446" cy="3288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99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9063"/>
            <a:ext cx="12306300" cy="686752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50284" y="-79989"/>
            <a:ext cx="1184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Step 3:  </a:t>
            </a:r>
            <a:endParaRPr lang="en-US" sz="2400"/>
          </a:p>
        </p:txBody>
      </p:sp>
      <p:sp>
        <p:nvSpPr>
          <p:cNvPr id="6" name="文字方塊 5"/>
          <p:cNvSpPr txBox="1"/>
          <p:nvPr/>
        </p:nvSpPr>
        <p:spPr>
          <a:xfrm>
            <a:off x="3778112" y="2071009"/>
            <a:ext cx="2709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mtClean="0">
                <a:solidFill>
                  <a:srgbClr val="FF0000"/>
                </a:solidFill>
              </a:rPr>
              <a:t>清楚填写必要信息。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386604" y="3622826"/>
            <a:ext cx="3550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mtClean="0">
                <a:solidFill>
                  <a:srgbClr val="FF0000"/>
                </a:solidFill>
              </a:rPr>
              <a:t>清楚填写需求及需求细节</a:t>
            </a:r>
            <a:r>
              <a:rPr lang="zh-CN" altLang="en-US" sz="2400" smtClean="0">
                <a:solidFill>
                  <a:srgbClr val="FF0000"/>
                </a:solidFill>
              </a:rPr>
              <a:t>。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406889" y="5881692"/>
            <a:ext cx="6706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mtClean="0">
                <a:solidFill>
                  <a:srgbClr val="FF0000"/>
                </a:solidFill>
              </a:rPr>
              <a:t>按模板创建一个</a:t>
            </a:r>
            <a:r>
              <a:rPr lang="en-US" altLang="zh-CN" sz="2400" smtClean="0">
                <a:solidFill>
                  <a:srgbClr val="FF0000"/>
                </a:solidFill>
              </a:rPr>
              <a:t>Excel</a:t>
            </a:r>
            <a:r>
              <a:rPr lang="zh-CN" altLang="en-US" sz="2400" smtClean="0">
                <a:solidFill>
                  <a:srgbClr val="FF0000"/>
                </a:solidFill>
              </a:rPr>
              <a:t>文件，包含工号、姓名和邮箱。</a:t>
            </a:r>
            <a:endParaRPr lang="en-US" sz="2400">
              <a:solidFill>
                <a:srgbClr val="FF0000"/>
              </a:solidFill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737" y="3667423"/>
            <a:ext cx="4048125" cy="2047875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 flipV="1">
            <a:off x="9113661" y="5210629"/>
            <a:ext cx="277082" cy="9018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98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29"/>
            <a:ext cx="11856720" cy="486228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75771" y="0"/>
            <a:ext cx="965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Step 4</a:t>
            </a:r>
            <a:endParaRPr lang="en-US" sz="2400"/>
          </a:p>
        </p:txBody>
      </p:sp>
      <p:sp>
        <p:nvSpPr>
          <p:cNvPr id="6" name="文字方塊 5"/>
          <p:cNvSpPr txBox="1"/>
          <p:nvPr/>
        </p:nvSpPr>
        <p:spPr>
          <a:xfrm>
            <a:off x="-64387" y="74748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olidFill>
                  <a:srgbClr val="FF0000"/>
                </a:solidFill>
              </a:rPr>
              <a:t>0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-64387" y="129623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-64387" y="181316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olidFill>
                  <a:srgbClr val="FF0000"/>
                </a:solidFill>
              </a:rPr>
              <a:t>2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-64387" y="226562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-64387" y="275492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olidFill>
                  <a:srgbClr val="FF0000"/>
                </a:solidFill>
              </a:rPr>
              <a:t>4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-64387" y="324421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-64387" y="379771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olidFill>
                  <a:srgbClr val="FF0000"/>
                </a:solidFill>
              </a:rPr>
              <a:t>6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-64387" y="432805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318661" y="4830757"/>
            <a:ext cx="1040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0: User  </a:t>
            </a:r>
            <a:endParaRPr lang="en-US" sz="2000"/>
          </a:p>
        </p:txBody>
      </p:sp>
      <p:sp>
        <p:nvSpPr>
          <p:cNvPr id="15" name="文字方塊 14"/>
          <p:cNvSpPr txBox="1"/>
          <p:nvPr/>
        </p:nvSpPr>
        <p:spPr>
          <a:xfrm>
            <a:off x="1547540" y="4830756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1</a:t>
            </a:r>
            <a:r>
              <a:rPr lang="en-US" sz="2000" smtClean="0"/>
              <a:t>: AI PM  </a:t>
            </a:r>
            <a:endParaRPr lang="en-US" sz="2000"/>
          </a:p>
        </p:txBody>
      </p:sp>
      <p:sp>
        <p:nvSpPr>
          <p:cNvPr id="16" name="文字方塊 15"/>
          <p:cNvSpPr txBox="1"/>
          <p:nvPr/>
        </p:nvSpPr>
        <p:spPr>
          <a:xfrm>
            <a:off x="3030693" y="4830755"/>
            <a:ext cx="2389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2: Supervisor of user </a:t>
            </a:r>
            <a:endParaRPr lang="en-US" sz="2000"/>
          </a:p>
        </p:txBody>
      </p:sp>
      <p:sp>
        <p:nvSpPr>
          <p:cNvPr id="17" name="文字方塊 16"/>
          <p:cNvSpPr txBox="1"/>
          <p:nvPr/>
        </p:nvSpPr>
        <p:spPr>
          <a:xfrm>
            <a:off x="6388054" y="4892711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3: Chủ quản BU</a:t>
            </a:r>
            <a:endParaRPr lang="en-US" sz="2000"/>
          </a:p>
        </p:txBody>
      </p:sp>
      <p:sp>
        <p:nvSpPr>
          <p:cNvPr id="18" name="文字方塊 17"/>
          <p:cNvSpPr txBox="1"/>
          <p:nvPr/>
        </p:nvSpPr>
        <p:spPr>
          <a:xfrm>
            <a:off x="275771" y="5223474"/>
            <a:ext cx="243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4</a:t>
            </a:r>
            <a:r>
              <a:rPr lang="en-US" sz="2000" smtClean="0"/>
              <a:t>: AI Team Supervisor</a:t>
            </a:r>
            <a:endParaRPr lang="en-US" sz="2000"/>
          </a:p>
        </p:txBody>
      </p:sp>
      <p:sp>
        <p:nvSpPr>
          <p:cNvPr id="19" name="文字方塊 18"/>
          <p:cNvSpPr txBox="1"/>
          <p:nvPr/>
        </p:nvSpPr>
        <p:spPr>
          <a:xfrm>
            <a:off x="3636481" y="5223474"/>
            <a:ext cx="2248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5: Safety Supervisor</a:t>
            </a:r>
            <a:endParaRPr lang="en-US" sz="2000"/>
          </a:p>
        </p:txBody>
      </p:sp>
      <p:sp>
        <p:nvSpPr>
          <p:cNvPr id="20" name="文字方塊 19"/>
          <p:cNvSpPr txBox="1"/>
          <p:nvPr/>
        </p:nvSpPr>
        <p:spPr>
          <a:xfrm>
            <a:off x="6579057" y="5223473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6: </a:t>
            </a:r>
            <a:r>
              <a:rPr lang="zh-TW" altLang="en-US" sz="2000" smtClean="0"/>
              <a:t>資訊最高主管</a:t>
            </a:r>
            <a:endParaRPr lang="en-US" sz="2000"/>
          </a:p>
        </p:txBody>
      </p:sp>
      <p:sp>
        <p:nvSpPr>
          <p:cNvPr id="21" name="矩形 20"/>
          <p:cNvSpPr/>
          <p:nvPr/>
        </p:nvSpPr>
        <p:spPr>
          <a:xfrm>
            <a:off x="9301467" y="5223474"/>
            <a:ext cx="1350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/>
              <a:t>7: BU Head</a:t>
            </a:r>
            <a:endParaRPr lang="en-US" sz="2000"/>
          </a:p>
        </p:txBody>
      </p:sp>
      <p:sp>
        <p:nvSpPr>
          <p:cNvPr id="22" name="文字方塊 21"/>
          <p:cNvSpPr txBox="1"/>
          <p:nvPr/>
        </p:nvSpPr>
        <p:spPr>
          <a:xfrm>
            <a:off x="1042345" y="5959092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0: </a:t>
            </a:r>
            <a:r>
              <a:rPr lang="zh-CN" altLang="en-US"/>
              <a:t>申請人 </a:t>
            </a:r>
            <a:r>
              <a:rPr lang="en-US" sz="2000" smtClean="0"/>
              <a:t>  </a:t>
            </a:r>
            <a:endParaRPr lang="en-US" sz="2000"/>
          </a:p>
        </p:txBody>
      </p:sp>
      <p:sp>
        <p:nvSpPr>
          <p:cNvPr id="23" name="文字方塊 22"/>
          <p:cNvSpPr txBox="1"/>
          <p:nvPr/>
        </p:nvSpPr>
        <p:spPr>
          <a:xfrm>
            <a:off x="2314114" y="5959091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1</a:t>
            </a:r>
            <a:r>
              <a:rPr lang="en-US" sz="2000" smtClean="0"/>
              <a:t>: AI PM  </a:t>
            </a:r>
            <a:endParaRPr lang="en-US" sz="2000"/>
          </a:p>
        </p:txBody>
      </p:sp>
      <p:sp>
        <p:nvSpPr>
          <p:cNvPr id="24" name="文字方塊 23"/>
          <p:cNvSpPr txBox="1"/>
          <p:nvPr/>
        </p:nvSpPr>
        <p:spPr>
          <a:xfrm>
            <a:off x="4139138" y="5959882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2: </a:t>
            </a:r>
            <a:r>
              <a:rPr lang="zh-CN" altLang="en-US"/>
              <a:t>二级主管</a:t>
            </a:r>
            <a:endParaRPr lang="en-US" sz="2000"/>
          </a:p>
        </p:txBody>
      </p:sp>
      <p:sp>
        <p:nvSpPr>
          <p:cNvPr id="25" name="文字方塊 24"/>
          <p:cNvSpPr txBox="1"/>
          <p:nvPr/>
        </p:nvSpPr>
        <p:spPr>
          <a:xfrm>
            <a:off x="7154628" y="6021046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3: </a:t>
            </a:r>
            <a:r>
              <a:rPr lang="en-US"/>
              <a:t>BU</a:t>
            </a:r>
            <a:r>
              <a:rPr lang="zh-CN" altLang="en-US"/>
              <a:t>主管</a:t>
            </a:r>
            <a:endParaRPr lang="en-US" sz="2000"/>
          </a:p>
        </p:txBody>
      </p:sp>
      <p:sp>
        <p:nvSpPr>
          <p:cNvPr id="26" name="文字方塊 25"/>
          <p:cNvSpPr txBox="1"/>
          <p:nvPr/>
        </p:nvSpPr>
        <p:spPr>
          <a:xfrm>
            <a:off x="497977" y="6389107"/>
            <a:ext cx="16482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4</a:t>
            </a:r>
            <a:r>
              <a:rPr lang="en-US" sz="2000" smtClean="0"/>
              <a:t>: AI </a:t>
            </a:r>
            <a:r>
              <a:rPr lang="zh-CN" altLang="en-US" sz="2000" smtClean="0"/>
              <a:t>團隊主管</a:t>
            </a:r>
            <a:endParaRPr lang="en-US" sz="2000"/>
          </a:p>
        </p:txBody>
      </p:sp>
      <p:sp>
        <p:nvSpPr>
          <p:cNvPr id="27" name="文字方塊 26"/>
          <p:cNvSpPr txBox="1"/>
          <p:nvPr/>
        </p:nvSpPr>
        <p:spPr>
          <a:xfrm>
            <a:off x="3901577" y="6389107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5: </a:t>
            </a:r>
            <a:r>
              <a:rPr lang="zh-CN" altLang="en-US"/>
              <a:t>資安主管</a:t>
            </a:r>
            <a:endParaRPr lang="en-US" sz="2000"/>
          </a:p>
        </p:txBody>
      </p:sp>
      <p:sp>
        <p:nvSpPr>
          <p:cNvPr id="28" name="文字方塊 27"/>
          <p:cNvSpPr txBox="1"/>
          <p:nvPr/>
        </p:nvSpPr>
        <p:spPr>
          <a:xfrm>
            <a:off x="6844153" y="6389106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6: </a:t>
            </a:r>
            <a:r>
              <a:rPr lang="zh-TW" altLang="en-US" sz="2000" smtClean="0"/>
              <a:t>資訊最高主管</a:t>
            </a:r>
            <a:endParaRPr lang="en-US" sz="2000"/>
          </a:p>
        </p:txBody>
      </p:sp>
      <p:sp>
        <p:nvSpPr>
          <p:cNvPr id="29" name="矩形 28"/>
          <p:cNvSpPr/>
          <p:nvPr/>
        </p:nvSpPr>
        <p:spPr>
          <a:xfrm>
            <a:off x="9566563" y="6389107"/>
            <a:ext cx="13500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/>
              <a:t>7: BU Head</a:t>
            </a:r>
            <a:endParaRPr lang="en-US" sz="2000"/>
          </a:p>
        </p:txBody>
      </p:sp>
      <p:sp>
        <p:nvSpPr>
          <p:cNvPr id="30" name="矩形 29"/>
          <p:cNvSpPr/>
          <p:nvPr/>
        </p:nvSpPr>
        <p:spPr>
          <a:xfrm>
            <a:off x="105692" y="4706546"/>
            <a:ext cx="11034376" cy="9032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矩形 31"/>
          <p:cNvSpPr/>
          <p:nvPr/>
        </p:nvSpPr>
        <p:spPr>
          <a:xfrm>
            <a:off x="105692" y="5758656"/>
            <a:ext cx="11034376" cy="1099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11245760" y="4748942"/>
            <a:ext cx="1088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/>
              <a:t>Eng version</a:t>
            </a:r>
            <a:endParaRPr lang="en-US" sz="2000"/>
          </a:p>
        </p:txBody>
      </p:sp>
      <p:sp>
        <p:nvSpPr>
          <p:cNvPr id="34" name="文字方塊 33"/>
          <p:cNvSpPr txBox="1"/>
          <p:nvPr/>
        </p:nvSpPr>
        <p:spPr>
          <a:xfrm>
            <a:off x="11222322" y="5867158"/>
            <a:ext cx="1088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/>
              <a:t>Chinese</a:t>
            </a:r>
          </a:p>
          <a:p>
            <a:r>
              <a:rPr lang="en-US" sz="2000" smtClean="0"/>
              <a:t>version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2997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124</Words>
  <Application>Microsoft Office PowerPoint</Application>
  <PresentationFormat>寬螢幕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等线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Lanying</dc:creator>
  <cp:lastModifiedBy>Lanying</cp:lastModifiedBy>
  <cp:revision>4</cp:revision>
  <dcterms:created xsi:type="dcterms:W3CDTF">2026-03-09T08:21:32Z</dcterms:created>
  <dcterms:modified xsi:type="dcterms:W3CDTF">2026-03-09T08:44:21Z</dcterms:modified>
</cp:coreProperties>
</file>