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70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 smtClean="0"/>
              <a:t>Click to edit Master subtitle style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D2EC-A5DC-4E0F-99B3-7D9C3AD247E6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E63ED-89F1-47FF-8D0F-4163BF680C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6760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D2EC-A5DC-4E0F-99B3-7D9C3AD247E6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E63ED-89F1-47FF-8D0F-4163BF680C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9668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D2EC-A5DC-4E0F-99B3-7D9C3AD247E6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E63ED-89F1-47FF-8D0F-4163BF680C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7572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D2EC-A5DC-4E0F-99B3-7D9C3AD247E6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E63ED-89F1-47FF-8D0F-4163BF680C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7222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D2EC-A5DC-4E0F-99B3-7D9C3AD247E6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E63ED-89F1-47FF-8D0F-4163BF680C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5486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D2EC-A5DC-4E0F-99B3-7D9C3AD247E6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E63ED-89F1-47FF-8D0F-4163BF680C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9554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D2EC-A5DC-4E0F-99B3-7D9C3AD247E6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E63ED-89F1-47FF-8D0F-4163BF680C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680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D2EC-A5DC-4E0F-99B3-7D9C3AD247E6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E63ED-89F1-47FF-8D0F-4163BF680C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2024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D2EC-A5DC-4E0F-99B3-7D9C3AD247E6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E63ED-89F1-47FF-8D0F-4163BF680C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7934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D2EC-A5DC-4E0F-99B3-7D9C3AD247E6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E63ED-89F1-47FF-8D0F-4163BF680C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6336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D2EC-A5DC-4E0F-99B3-7D9C3AD247E6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E63ED-89F1-47FF-8D0F-4163BF680C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4936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AD2EC-A5DC-4E0F-99B3-7D9C3AD247E6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E63ED-89F1-47FF-8D0F-4163BF680C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6121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5010"/>
            <a:ext cx="12192000" cy="630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654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545" y="123092"/>
            <a:ext cx="113794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07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新細明體</vt:lpstr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阮氏雲英</cp:lastModifiedBy>
  <cp:revision>1</cp:revision>
  <dcterms:created xsi:type="dcterms:W3CDTF">2024-11-07T01:30:37Z</dcterms:created>
  <dcterms:modified xsi:type="dcterms:W3CDTF">2026-02-10T07:09:19Z</dcterms:modified>
</cp:coreProperties>
</file>