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5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6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0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8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5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5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2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3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6AFCC-4599-4E26-AFE1-2699E6545F75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09081-19E3-4E83-8D39-42E1EB49C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4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SOP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Ofice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VNGZ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5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: https://gcrc.efoxconn.com/#/crc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640" y="1509741"/>
            <a:ext cx="8389418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01884" y="4123113"/>
            <a:ext cx="1363287" cy="19119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3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109" y="1283112"/>
            <a:ext cx="7564581" cy="49281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09455" y="5403273"/>
            <a:ext cx="606829" cy="39901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30" y="2355815"/>
            <a:ext cx="8894936" cy="10664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Smart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Ofice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VNGZ,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nữa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172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SOP xin tài khoản Smart Ofice VNGZ</vt:lpstr>
      <vt:lpstr>Link : https://gcrc.efoxconn.com/#/crc</vt:lpstr>
      <vt:lpstr>PowerPoint Presentation</vt:lpstr>
      <vt:lpstr>Nếu có thông báo này hiện ra là tức đã có tài khoản Smart Ofice của VNGZ, không cần xin đơn nữa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SOP xin tài khoản Smart Ofice VNGZ</dc:title>
  <dc:creator>Vu Trong Loc -IT1</dc:creator>
  <cp:lastModifiedBy>Vu Trong Loc -IT1</cp:lastModifiedBy>
  <cp:revision>3</cp:revision>
  <dcterms:created xsi:type="dcterms:W3CDTF">2024-01-05T01:14:59Z</dcterms:created>
  <dcterms:modified xsi:type="dcterms:W3CDTF">2024-01-05T01:37:25Z</dcterms:modified>
</cp:coreProperties>
</file>