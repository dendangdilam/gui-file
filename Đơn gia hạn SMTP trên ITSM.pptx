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2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3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9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0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2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5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4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DF785-E444-43C3-9B5E-7E188BB820A1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359B1-1623-47AC-9509-210A56A68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5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39" y="558258"/>
            <a:ext cx="5166963" cy="281029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747" y="3311215"/>
            <a:ext cx="6033507" cy="308661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24108" y="188926"/>
            <a:ext cx="5678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Vào trang chủ itsm: https://itsm.foxconn.com/social/home</a:t>
            </a:r>
            <a:endParaRPr 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5508702" y="2564780"/>
            <a:ext cx="1003610" cy="1025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6913756" y="2932771"/>
            <a:ext cx="340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Gõ tìm SMTP và chọn ô khoang đỏ</a:t>
            </a:r>
            <a:endParaRPr lang="en-US"/>
          </a:p>
        </p:txBody>
      </p:sp>
      <p:sp>
        <p:nvSpPr>
          <p:cNvPr id="11" name="矩形 10"/>
          <p:cNvSpPr/>
          <p:nvPr/>
        </p:nvSpPr>
        <p:spPr>
          <a:xfrm>
            <a:off x="6202137" y="4683512"/>
            <a:ext cx="1402995" cy="10147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1" y="277735"/>
            <a:ext cx="6515100" cy="6257925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716644" y="825191"/>
            <a:ext cx="3964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Ghi theo thông tin rồi chọn ô khoanh đỏ</a:t>
            </a:r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492713" y="5263376"/>
            <a:ext cx="823131" cy="5464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910" y="1393439"/>
            <a:ext cx="4798297" cy="2163800"/>
          </a:xfrm>
          <a:prstGeom prst="rect">
            <a:avLst/>
          </a:prstGeom>
        </p:spPr>
      </p:pic>
      <p:cxnSp>
        <p:nvCxnSpPr>
          <p:cNvPr id="7" name="直線單箭頭接點 6"/>
          <p:cNvCxnSpPr>
            <a:endCxn id="6" idx="1"/>
          </p:cNvCxnSpPr>
          <p:nvPr/>
        </p:nvCxnSpPr>
        <p:spPr>
          <a:xfrm flipV="1">
            <a:off x="6304853" y="2475339"/>
            <a:ext cx="863057" cy="334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801" y="3969834"/>
            <a:ext cx="4602513" cy="2111182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>
            <a:off x="9054790" y="3406697"/>
            <a:ext cx="33454" cy="563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340681" y="6081016"/>
            <a:ext cx="445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mtClean="0"/>
              <a:t>越南廠燈塔工廠智能監控系統需要實現內部郵件異常警報功能，特請開通</a:t>
            </a:r>
            <a:r>
              <a:rPr lang="en-US" altLang="zh-TW" smtClean="0"/>
              <a:t>SMTP</a:t>
            </a:r>
            <a:r>
              <a:rPr lang="zh-TW" altLang="en-US" smtClean="0"/>
              <a:t>服務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07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933450" y="180975"/>
            <a:ext cx="671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Info</a:t>
            </a:r>
            <a:endParaRPr lang="en-US" sz="24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52769"/>
              </p:ext>
            </p:extLst>
          </p:nvPr>
        </p:nvGraphicFramePr>
        <p:xfrm>
          <a:off x="4094976" y="1044302"/>
          <a:ext cx="6046361" cy="2839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960">
                  <a:extLst>
                    <a:ext uri="{9D8B030D-6E8A-4147-A177-3AD203B41FA5}">
                      <a16:colId xmlns:a16="http://schemas.microsoft.com/office/drawing/2014/main" val="1885615881"/>
                    </a:ext>
                  </a:extLst>
                </a:gridCol>
                <a:gridCol w="1610634">
                  <a:extLst>
                    <a:ext uri="{9D8B030D-6E8A-4147-A177-3AD203B41FA5}">
                      <a16:colId xmlns:a16="http://schemas.microsoft.com/office/drawing/2014/main" val="2382747142"/>
                    </a:ext>
                  </a:extLst>
                </a:gridCol>
                <a:gridCol w="3713767">
                  <a:extLst>
                    <a:ext uri="{9D8B030D-6E8A-4147-A177-3AD203B41FA5}">
                      <a16:colId xmlns:a16="http://schemas.microsoft.com/office/drawing/2014/main" val="1855807529"/>
                    </a:ext>
                  </a:extLst>
                </a:gridCol>
              </a:tblGrid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STT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ID Card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Email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25278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F1337979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edward.ap.zhang@fii-foxconn.com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557610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F1337979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edward.ap.zhang@fii-foxconn.com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443235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F1303409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ming-hui.yao@fii-foxconn.com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902717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828231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joe.jl.lin@fii-foxconn.com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1718"/>
                  </a:ext>
                </a:extLst>
              </a:tr>
              <a:tr h="473178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016290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tommy.mc.kao@fii-foxconn.com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685270"/>
                  </a:ext>
                </a:extLst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9" y="1044302"/>
            <a:ext cx="27527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7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80</Words>
  <Application>Microsoft Office PowerPoint</Application>
  <PresentationFormat>寬螢幕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Lanying</dc:creator>
  <cp:lastModifiedBy>Lanying</cp:lastModifiedBy>
  <cp:revision>4</cp:revision>
  <dcterms:created xsi:type="dcterms:W3CDTF">2026-04-15T02:08:35Z</dcterms:created>
  <dcterms:modified xsi:type="dcterms:W3CDTF">2026-04-15T02:23:35Z</dcterms:modified>
</cp:coreProperties>
</file>