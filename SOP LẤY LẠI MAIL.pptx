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8" autoAdjust="0"/>
    <p:restoredTop sz="94660"/>
  </p:normalViewPr>
  <p:slideViewPr>
    <p:cSldViewPr snapToGrid="0">
      <p:cViewPr varScale="1">
        <p:scale>
          <a:sx n="86" d="100"/>
          <a:sy n="86" d="100"/>
        </p:scale>
        <p:origin x="7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168D0-B1A1-4145-8859-BF2B766EBE1C}" type="datetimeFigureOut">
              <a:rPr lang="en-US" smtClean="0"/>
              <a:t>2026-02-09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29778-F31F-4E7C-B18C-286C5D7CE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68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168D0-B1A1-4145-8859-BF2B766EBE1C}" type="datetimeFigureOut">
              <a:rPr lang="en-US" smtClean="0"/>
              <a:t>2026-02-09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29778-F31F-4E7C-B18C-286C5D7CE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288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168D0-B1A1-4145-8859-BF2B766EBE1C}" type="datetimeFigureOut">
              <a:rPr lang="en-US" smtClean="0"/>
              <a:t>2026-02-09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29778-F31F-4E7C-B18C-286C5D7CE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830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168D0-B1A1-4145-8859-BF2B766EBE1C}" type="datetimeFigureOut">
              <a:rPr lang="en-US" smtClean="0"/>
              <a:t>2026-02-09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29778-F31F-4E7C-B18C-286C5D7CE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89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168D0-B1A1-4145-8859-BF2B766EBE1C}" type="datetimeFigureOut">
              <a:rPr lang="en-US" smtClean="0"/>
              <a:t>2026-02-09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29778-F31F-4E7C-B18C-286C5D7CE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636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168D0-B1A1-4145-8859-BF2B766EBE1C}" type="datetimeFigureOut">
              <a:rPr lang="en-US" smtClean="0"/>
              <a:t>2026-02-09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29778-F31F-4E7C-B18C-286C5D7CE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62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168D0-B1A1-4145-8859-BF2B766EBE1C}" type="datetimeFigureOut">
              <a:rPr lang="en-US" smtClean="0"/>
              <a:t>2026-02-09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29778-F31F-4E7C-B18C-286C5D7CE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999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168D0-B1A1-4145-8859-BF2B766EBE1C}" type="datetimeFigureOut">
              <a:rPr lang="en-US" smtClean="0"/>
              <a:t>2026-02-09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29778-F31F-4E7C-B18C-286C5D7CE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326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168D0-B1A1-4145-8859-BF2B766EBE1C}" type="datetimeFigureOut">
              <a:rPr lang="en-US" smtClean="0"/>
              <a:t>2026-02-09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29778-F31F-4E7C-B18C-286C5D7CE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475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168D0-B1A1-4145-8859-BF2B766EBE1C}" type="datetimeFigureOut">
              <a:rPr lang="en-US" smtClean="0"/>
              <a:t>2026-02-09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29778-F31F-4E7C-B18C-286C5D7CE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40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168D0-B1A1-4145-8859-BF2B766EBE1C}" type="datetimeFigureOut">
              <a:rPr lang="en-US" smtClean="0"/>
              <a:t>2026-02-09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29778-F31F-4E7C-B18C-286C5D7CE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23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168D0-B1A1-4145-8859-BF2B766EBE1C}" type="datetimeFigureOut">
              <a:rPr lang="en-US" smtClean="0"/>
              <a:t>2026-02-09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29778-F31F-4E7C-B18C-286C5D7CE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77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95" y="1312777"/>
            <a:ext cx="10441186" cy="5453062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784195" y="691376"/>
            <a:ext cx="4627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1. Vào ITSM như link, chọn tìm kiếm, gõ “</a:t>
            </a:r>
            <a:r>
              <a:rPr lang="zh-CN" altLang="en-US" smtClean="0"/>
              <a:t>邮箱</a:t>
            </a:r>
            <a:r>
              <a:rPr lang="en-US" altLang="zh-CN" smtClean="0"/>
              <a:t>”</a:t>
            </a:r>
            <a:r>
              <a:rPr lang="en-US" smtClean="0"/>
              <a:t> </a:t>
            </a:r>
            <a:endParaRPr lang="en-US"/>
          </a:p>
        </p:txBody>
      </p:sp>
      <p:cxnSp>
        <p:nvCxnSpPr>
          <p:cNvPr id="7" name="直線單箭頭接點 6"/>
          <p:cNvCxnSpPr/>
          <p:nvPr/>
        </p:nvCxnSpPr>
        <p:spPr>
          <a:xfrm>
            <a:off x="3969834" y="1226634"/>
            <a:ext cx="602166" cy="15165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964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59" y="1311592"/>
            <a:ext cx="10963659" cy="5397817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784195" y="691376"/>
            <a:ext cx="4484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2. Tiếp đó chọn “Group SuperNotes Change..”</a:t>
            </a:r>
            <a:endParaRPr lang="en-US"/>
          </a:p>
        </p:txBody>
      </p:sp>
      <p:sp>
        <p:nvSpPr>
          <p:cNvPr id="6" name="矩形 5"/>
          <p:cNvSpPr/>
          <p:nvPr/>
        </p:nvSpPr>
        <p:spPr>
          <a:xfrm>
            <a:off x="4125951" y="3468029"/>
            <a:ext cx="1516566" cy="8140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18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23" y="1962313"/>
            <a:ext cx="5505799" cy="3814019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490653" y="524107"/>
            <a:ext cx="5687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3</a:t>
            </a:r>
            <a:r>
              <a:rPr lang="en-US" smtClean="0"/>
              <a:t>. Chọn Restore Email -&gt; Chọn Add, Điền thông tin rồi save</a:t>
            </a:r>
            <a:endParaRPr lang="en-US"/>
          </a:p>
        </p:txBody>
      </p:sp>
      <p:cxnSp>
        <p:nvCxnSpPr>
          <p:cNvPr id="7" name="直線單箭頭接點 6"/>
          <p:cNvCxnSpPr/>
          <p:nvPr/>
        </p:nvCxnSpPr>
        <p:spPr>
          <a:xfrm>
            <a:off x="1248937" y="1639229"/>
            <a:ext cx="591014" cy="20072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446" y="1860860"/>
            <a:ext cx="5380116" cy="4291378"/>
          </a:xfrm>
          <a:prstGeom prst="rect">
            <a:avLst/>
          </a:prstGeom>
        </p:spPr>
      </p:pic>
      <p:cxnSp>
        <p:nvCxnSpPr>
          <p:cNvPr id="12" name="直線單箭頭接點 11"/>
          <p:cNvCxnSpPr/>
          <p:nvPr/>
        </p:nvCxnSpPr>
        <p:spPr>
          <a:xfrm>
            <a:off x="5687122" y="4006549"/>
            <a:ext cx="126008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10883590" y="1860860"/>
            <a:ext cx="646771" cy="41384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169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050" y="2098769"/>
            <a:ext cx="6247471" cy="4536207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490653" y="524107"/>
            <a:ext cx="107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4. Tiếp đó chọn lưu trình ký, có tên kia có thể vào Esign 2.0 , tạo đơn SO của bộ phận MPM để tìm mã thẻ từ tên</a:t>
            </a:r>
            <a:endParaRPr 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981242"/>
              </p:ext>
            </p:extLst>
          </p:nvPr>
        </p:nvGraphicFramePr>
        <p:xfrm>
          <a:off x="7159081" y="2098769"/>
          <a:ext cx="3235094" cy="264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739">
                  <a:extLst>
                    <a:ext uri="{9D8B030D-6E8A-4147-A177-3AD203B41FA5}">
                      <a16:colId xmlns:a16="http://schemas.microsoft.com/office/drawing/2014/main" val="1282419965"/>
                    </a:ext>
                  </a:extLst>
                </a:gridCol>
                <a:gridCol w="1403739">
                  <a:extLst>
                    <a:ext uri="{9D8B030D-6E8A-4147-A177-3AD203B41FA5}">
                      <a16:colId xmlns:a16="http://schemas.microsoft.com/office/drawing/2014/main" val="1899523150"/>
                    </a:ext>
                  </a:extLst>
                </a:gridCol>
                <a:gridCol w="1039616">
                  <a:extLst>
                    <a:ext uri="{9D8B030D-6E8A-4147-A177-3AD203B41FA5}">
                      <a16:colId xmlns:a16="http://schemas.microsoft.com/office/drawing/2014/main" val="3151071166"/>
                    </a:ext>
                  </a:extLst>
                </a:gridCol>
              </a:tblGrid>
              <a:tr h="528552">
                <a:tc>
                  <a:txBody>
                    <a:bodyPr/>
                    <a:lstStyle/>
                    <a:p>
                      <a:r>
                        <a:rPr lang="en-US" smtClean="0"/>
                        <a:t>No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Mã</a:t>
                      </a:r>
                      <a:r>
                        <a:rPr lang="en-US" baseline="0" smtClean="0"/>
                        <a:t> thẻ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Tên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040135"/>
                  </a:ext>
                </a:extLst>
              </a:tr>
              <a:tr h="528552">
                <a:tc>
                  <a:txBody>
                    <a:bodyPr/>
                    <a:lstStyle/>
                    <a:p>
                      <a:r>
                        <a:rPr lang="en-US" smtClean="0"/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F1337979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張愛萍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680106"/>
                  </a:ext>
                </a:extLst>
              </a:tr>
              <a:tr h="5285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mtClean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F1337979</a:t>
                      </a:r>
                      <a:endParaRPr lang="en-US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張愛萍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533991"/>
                  </a:ext>
                </a:extLst>
              </a:tr>
              <a:tr h="528552">
                <a:tc>
                  <a:txBody>
                    <a:bodyPr/>
                    <a:lstStyle/>
                    <a:p>
                      <a:r>
                        <a:rPr lang="en-US" smtClean="0"/>
                        <a:t>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F1303409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姚明慧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162260"/>
                  </a:ext>
                </a:extLst>
              </a:tr>
              <a:tr h="528552">
                <a:tc>
                  <a:txBody>
                    <a:bodyPr/>
                    <a:lstStyle/>
                    <a:p>
                      <a:r>
                        <a:rPr lang="en-US" smtClean="0"/>
                        <a:t>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811289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蔡志文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3949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7159081" y="5296830"/>
            <a:ext cx="462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Reason: </a:t>
            </a:r>
            <a:r>
              <a:rPr lang="en-US"/>
              <a:t>I need to restore </a:t>
            </a:r>
            <a:r>
              <a:rPr lang="en-US"/>
              <a:t>my </a:t>
            </a:r>
            <a:r>
              <a:rPr lang="en-US" smtClean="0"/>
              <a:t>email. Please help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26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98</Words>
  <Application>Microsoft Office PowerPoint</Application>
  <PresentationFormat>寬螢幕</PresentationFormat>
  <Paragraphs>20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等线</vt:lpstr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Lanying</dc:creator>
  <cp:lastModifiedBy>Lanying</cp:lastModifiedBy>
  <cp:revision>2</cp:revision>
  <dcterms:created xsi:type="dcterms:W3CDTF">2026-02-09T02:45:44Z</dcterms:created>
  <dcterms:modified xsi:type="dcterms:W3CDTF">2026-02-09T03:08:03Z</dcterms:modified>
</cp:coreProperties>
</file>