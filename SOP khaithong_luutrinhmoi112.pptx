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4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5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03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7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1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2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2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21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7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FEC5B-5DD8-41A0-B1FF-36973E1A02D0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769EF-D721-4EFD-B733-6D2EEE8C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2" y="789041"/>
            <a:ext cx="11570795" cy="606895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828800" y="245327"/>
            <a:ext cx="1445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Vào web 112 </a:t>
            </a: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2720898" y="3590693"/>
            <a:ext cx="2943922" cy="5018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3" y="1065173"/>
            <a:ext cx="5807927" cy="570361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90" y="1356964"/>
            <a:ext cx="6384074" cy="5411826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873405" y="278780"/>
            <a:ext cx="311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Làm đơn theo mẫu chị Lan Anh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40152"/>
              </p:ext>
            </p:extLst>
          </p:nvPr>
        </p:nvGraphicFramePr>
        <p:xfrm>
          <a:off x="2154664" y="797725"/>
          <a:ext cx="6046361" cy="4898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960">
                  <a:extLst>
                    <a:ext uri="{9D8B030D-6E8A-4147-A177-3AD203B41FA5}">
                      <a16:colId xmlns:a16="http://schemas.microsoft.com/office/drawing/2014/main" val="1885615881"/>
                    </a:ext>
                  </a:extLst>
                </a:gridCol>
                <a:gridCol w="1610634">
                  <a:extLst>
                    <a:ext uri="{9D8B030D-6E8A-4147-A177-3AD203B41FA5}">
                      <a16:colId xmlns:a16="http://schemas.microsoft.com/office/drawing/2014/main" val="2382747142"/>
                    </a:ext>
                  </a:extLst>
                </a:gridCol>
                <a:gridCol w="3713767">
                  <a:extLst>
                    <a:ext uri="{9D8B030D-6E8A-4147-A177-3AD203B41FA5}">
                      <a16:colId xmlns:a16="http://schemas.microsoft.com/office/drawing/2014/main" val="1855807529"/>
                    </a:ext>
                  </a:extLst>
                </a:gridCol>
              </a:tblGrid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STT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ID Card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Email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25278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F1337979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edward.ap.zhang@fii-foxconn.com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557610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G6000576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ru-yu.zhu@fii-foxconn.com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902717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832945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pika.chen@fii-foxconn.com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1718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V1061480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cheng-yuan.wu@fii-foxconn.com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685270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V1079136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jun-fu.ruan@fii-foxconn.com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504350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021987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CHEN-CHIEH.HUANG@FII-FOXCONN.COM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986638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F1338240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hong-tao.xu@fii-foxconn.com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947964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812810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brian.yu.chung@fii-foxconn.com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914474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016290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tommy.mc.kao@fii-foxconn.com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25284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33450" y="180975"/>
            <a:ext cx="671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Info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2260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42</Words>
  <Application>Microsoft Office PowerPoint</Application>
  <PresentationFormat>寬螢幕</PresentationFormat>
  <Paragraphs>33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Lanying</dc:creator>
  <cp:lastModifiedBy>Lanying</cp:lastModifiedBy>
  <cp:revision>11</cp:revision>
  <dcterms:created xsi:type="dcterms:W3CDTF">2025-12-20T02:01:11Z</dcterms:created>
  <dcterms:modified xsi:type="dcterms:W3CDTF">2026-04-15T02:23:33Z</dcterms:modified>
</cp:coreProperties>
</file>