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董豔偉" initials="董豔偉" lastIdx="1" clrIdx="0">
    <p:extLst>
      <p:ext uri="{19B8F6BF-5375-455C-9EA6-DF929625EA0E}">
        <p15:presenceInfo xmlns:p15="http://schemas.microsoft.com/office/powerpoint/2012/main" userId="董豔偉"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6FC5F9-1453-453D-9F9D-D4397F21973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012295A-A3A8-4400-A704-0940049D62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1904939-844E-4AA9-9592-477F498EA299}"/>
              </a:ext>
            </a:extLst>
          </p:cNvPr>
          <p:cNvSpPr>
            <a:spLocks noGrp="1"/>
          </p:cNvSpPr>
          <p:nvPr>
            <p:ph type="dt" sz="half" idx="10"/>
          </p:nvPr>
        </p:nvSpPr>
        <p:spPr/>
        <p:txBody>
          <a:bodyPr/>
          <a:lstStyle/>
          <a:p>
            <a:fld id="{C26E4D56-74EF-448E-927E-A52B9EE5B5BD}" type="datetimeFigureOut">
              <a:rPr lang="zh-CN" altLang="en-US" smtClean="0"/>
              <a:t>2025/9/29</a:t>
            </a:fld>
            <a:endParaRPr lang="zh-CN" altLang="en-US"/>
          </a:p>
        </p:txBody>
      </p:sp>
      <p:sp>
        <p:nvSpPr>
          <p:cNvPr id="5" name="页脚占位符 4">
            <a:extLst>
              <a:ext uri="{FF2B5EF4-FFF2-40B4-BE49-F238E27FC236}">
                <a16:creationId xmlns:a16="http://schemas.microsoft.com/office/drawing/2014/main" id="{E81A20DA-D230-4AA0-9F37-0D32A33845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43D041-24AA-4DD8-A094-F7159128EBC8}"/>
              </a:ext>
            </a:extLst>
          </p:cNvPr>
          <p:cNvSpPr>
            <a:spLocks noGrp="1"/>
          </p:cNvSpPr>
          <p:nvPr>
            <p:ph type="sldNum" sz="quarter" idx="12"/>
          </p:nvPr>
        </p:nvSpPr>
        <p:spPr/>
        <p:txBody>
          <a:bodyPr/>
          <a:lstStyle/>
          <a:p>
            <a:fld id="{8056F200-51FD-4C92-BD04-8EF3971A0217}" type="slidenum">
              <a:rPr lang="zh-CN" altLang="en-US" smtClean="0"/>
              <a:t>‹#›</a:t>
            </a:fld>
            <a:endParaRPr lang="zh-CN" altLang="en-US"/>
          </a:p>
        </p:txBody>
      </p:sp>
    </p:spTree>
    <p:extLst>
      <p:ext uri="{BB962C8B-B14F-4D97-AF65-F5344CB8AC3E}">
        <p14:creationId xmlns:p14="http://schemas.microsoft.com/office/powerpoint/2010/main" val="1233047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F800D2-09C7-4C28-BAAC-36E713CDA40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EC77725-DA38-4F79-B47C-AD9B8F63E27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60C613B-F1EF-4AA2-9C6A-706163752F1A}"/>
              </a:ext>
            </a:extLst>
          </p:cNvPr>
          <p:cNvSpPr>
            <a:spLocks noGrp="1"/>
          </p:cNvSpPr>
          <p:nvPr>
            <p:ph type="dt" sz="half" idx="10"/>
          </p:nvPr>
        </p:nvSpPr>
        <p:spPr/>
        <p:txBody>
          <a:bodyPr/>
          <a:lstStyle/>
          <a:p>
            <a:fld id="{C26E4D56-74EF-448E-927E-A52B9EE5B5BD}" type="datetimeFigureOut">
              <a:rPr lang="zh-CN" altLang="en-US" smtClean="0"/>
              <a:t>2025/9/29</a:t>
            </a:fld>
            <a:endParaRPr lang="zh-CN" altLang="en-US"/>
          </a:p>
        </p:txBody>
      </p:sp>
      <p:sp>
        <p:nvSpPr>
          <p:cNvPr id="5" name="页脚占位符 4">
            <a:extLst>
              <a:ext uri="{FF2B5EF4-FFF2-40B4-BE49-F238E27FC236}">
                <a16:creationId xmlns:a16="http://schemas.microsoft.com/office/drawing/2014/main" id="{3CE876F1-EBBF-48E4-9F4E-C97D6FF0180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73098EA-A312-4795-A78A-62772B1B9D12}"/>
              </a:ext>
            </a:extLst>
          </p:cNvPr>
          <p:cNvSpPr>
            <a:spLocks noGrp="1"/>
          </p:cNvSpPr>
          <p:nvPr>
            <p:ph type="sldNum" sz="quarter" idx="12"/>
          </p:nvPr>
        </p:nvSpPr>
        <p:spPr/>
        <p:txBody>
          <a:bodyPr/>
          <a:lstStyle/>
          <a:p>
            <a:fld id="{8056F200-51FD-4C92-BD04-8EF3971A0217}" type="slidenum">
              <a:rPr lang="zh-CN" altLang="en-US" smtClean="0"/>
              <a:t>‹#›</a:t>
            </a:fld>
            <a:endParaRPr lang="zh-CN" altLang="en-US"/>
          </a:p>
        </p:txBody>
      </p:sp>
    </p:spTree>
    <p:extLst>
      <p:ext uri="{BB962C8B-B14F-4D97-AF65-F5344CB8AC3E}">
        <p14:creationId xmlns:p14="http://schemas.microsoft.com/office/powerpoint/2010/main" val="12359146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2B9122-5318-4400-9A3C-CA8D859B07D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FBE8126-BCBD-49F8-9B76-46BE0E26FA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391C83C-58A4-4667-A378-1E4018123A6A}"/>
              </a:ext>
            </a:extLst>
          </p:cNvPr>
          <p:cNvSpPr>
            <a:spLocks noGrp="1"/>
          </p:cNvSpPr>
          <p:nvPr>
            <p:ph type="dt" sz="half" idx="10"/>
          </p:nvPr>
        </p:nvSpPr>
        <p:spPr/>
        <p:txBody>
          <a:bodyPr/>
          <a:lstStyle/>
          <a:p>
            <a:fld id="{C26E4D56-74EF-448E-927E-A52B9EE5B5BD}" type="datetimeFigureOut">
              <a:rPr lang="zh-CN" altLang="en-US" smtClean="0"/>
              <a:t>2025/9/29</a:t>
            </a:fld>
            <a:endParaRPr lang="zh-CN" altLang="en-US"/>
          </a:p>
        </p:txBody>
      </p:sp>
      <p:sp>
        <p:nvSpPr>
          <p:cNvPr id="5" name="页脚占位符 4">
            <a:extLst>
              <a:ext uri="{FF2B5EF4-FFF2-40B4-BE49-F238E27FC236}">
                <a16:creationId xmlns:a16="http://schemas.microsoft.com/office/drawing/2014/main" id="{215D302F-3FCD-444D-A00D-010AACFFB02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086ED3B-F286-4381-B10C-BF7C7DD78B61}"/>
              </a:ext>
            </a:extLst>
          </p:cNvPr>
          <p:cNvSpPr>
            <a:spLocks noGrp="1"/>
          </p:cNvSpPr>
          <p:nvPr>
            <p:ph type="sldNum" sz="quarter" idx="12"/>
          </p:nvPr>
        </p:nvSpPr>
        <p:spPr/>
        <p:txBody>
          <a:bodyPr/>
          <a:lstStyle/>
          <a:p>
            <a:fld id="{8056F200-51FD-4C92-BD04-8EF3971A0217}" type="slidenum">
              <a:rPr lang="zh-CN" altLang="en-US" smtClean="0"/>
              <a:t>‹#›</a:t>
            </a:fld>
            <a:endParaRPr lang="zh-CN" altLang="en-US"/>
          </a:p>
        </p:txBody>
      </p:sp>
    </p:spTree>
    <p:extLst>
      <p:ext uri="{BB962C8B-B14F-4D97-AF65-F5344CB8AC3E}">
        <p14:creationId xmlns:p14="http://schemas.microsoft.com/office/powerpoint/2010/main" val="2996183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A1756C-40E9-435B-BEB9-A639DC36202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8044BAE-E0EC-4E45-8AAE-641FFFC3A33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0C6FD7D-BD2E-4599-80A5-E82DC42C295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1DCD4A3-F6CB-490C-8D1D-AC65566F65A9}"/>
              </a:ext>
            </a:extLst>
          </p:cNvPr>
          <p:cNvSpPr>
            <a:spLocks noGrp="1"/>
          </p:cNvSpPr>
          <p:nvPr>
            <p:ph type="dt" sz="half" idx="10"/>
          </p:nvPr>
        </p:nvSpPr>
        <p:spPr/>
        <p:txBody>
          <a:bodyPr/>
          <a:lstStyle/>
          <a:p>
            <a:fld id="{C26E4D56-74EF-448E-927E-A52B9EE5B5BD}" type="datetimeFigureOut">
              <a:rPr lang="zh-CN" altLang="en-US" smtClean="0"/>
              <a:t>2025/9/29</a:t>
            </a:fld>
            <a:endParaRPr lang="zh-CN" altLang="en-US"/>
          </a:p>
        </p:txBody>
      </p:sp>
      <p:sp>
        <p:nvSpPr>
          <p:cNvPr id="6" name="页脚占位符 5">
            <a:extLst>
              <a:ext uri="{FF2B5EF4-FFF2-40B4-BE49-F238E27FC236}">
                <a16:creationId xmlns:a16="http://schemas.microsoft.com/office/drawing/2014/main" id="{4BC63E44-E32D-4448-86BB-1DDA81EF6C4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14FFE83-4189-4E37-B45F-5C45C02B136B}"/>
              </a:ext>
            </a:extLst>
          </p:cNvPr>
          <p:cNvSpPr>
            <a:spLocks noGrp="1"/>
          </p:cNvSpPr>
          <p:nvPr>
            <p:ph type="sldNum" sz="quarter" idx="12"/>
          </p:nvPr>
        </p:nvSpPr>
        <p:spPr/>
        <p:txBody>
          <a:bodyPr/>
          <a:lstStyle/>
          <a:p>
            <a:fld id="{8056F200-51FD-4C92-BD04-8EF3971A0217}" type="slidenum">
              <a:rPr lang="zh-CN" altLang="en-US" smtClean="0"/>
              <a:t>‹#›</a:t>
            </a:fld>
            <a:endParaRPr lang="zh-CN" altLang="en-US"/>
          </a:p>
        </p:txBody>
      </p:sp>
    </p:spTree>
    <p:extLst>
      <p:ext uri="{BB962C8B-B14F-4D97-AF65-F5344CB8AC3E}">
        <p14:creationId xmlns:p14="http://schemas.microsoft.com/office/powerpoint/2010/main" val="1463983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455875-2393-4000-A146-E81E22CFD1A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2B64D14-33EB-44EE-B325-BA9D0A7886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E01D172-CAD9-4B1F-BE32-99D97CA07FA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1E95291-ECC9-485A-A9A5-F2F140FCBA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D5B186E-6E53-4950-8C05-3AE0EC4ED67E}"/>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F3D6535-752F-4FB3-BCB1-E325221BE015}"/>
              </a:ext>
            </a:extLst>
          </p:cNvPr>
          <p:cNvSpPr>
            <a:spLocks noGrp="1"/>
          </p:cNvSpPr>
          <p:nvPr>
            <p:ph type="dt" sz="half" idx="10"/>
          </p:nvPr>
        </p:nvSpPr>
        <p:spPr/>
        <p:txBody>
          <a:bodyPr/>
          <a:lstStyle/>
          <a:p>
            <a:fld id="{C26E4D56-74EF-448E-927E-A52B9EE5B5BD}" type="datetimeFigureOut">
              <a:rPr lang="zh-CN" altLang="en-US" smtClean="0"/>
              <a:t>2025/9/29</a:t>
            </a:fld>
            <a:endParaRPr lang="zh-CN" altLang="en-US"/>
          </a:p>
        </p:txBody>
      </p:sp>
      <p:sp>
        <p:nvSpPr>
          <p:cNvPr id="8" name="页脚占位符 7">
            <a:extLst>
              <a:ext uri="{FF2B5EF4-FFF2-40B4-BE49-F238E27FC236}">
                <a16:creationId xmlns:a16="http://schemas.microsoft.com/office/drawing/2014/main" id="{0EE98492-6FDA-4484-AB09-B992036F9EEA}"/>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5052784-EC1F-4C8A-9341-76709E299357}"/>
              </a:ext>
            </a:extLst>
          </p:cNvPr>
          <p:cNvSpPr>
            <a:spLocks noGrp="1"/>
          </p:cNvSpPr>
          <p:nvPr>
            <p:ph type="sldNum" sz="quarter" idx="12"/>
          </p:nvPr>
        </p:nvSpPr>
        <p:spPr/>
        <p:txBody>
          <a:bodyPr/>
          <a:lstStyle/>
          <a:p>
            <a:fld id="{8056F200-51FD-4C92-BD04-8EF3971A0217}" type="slidenum">
              <a:rPr lang="zh-CN" altLang="en-US" smtClean="0"/>
              <a:t>‹#›</a:t>
            </a:fld>
            <a:endParaRPr lang="zh-CN" altLang="en-US"/>
          </a:p>
        </p:txBody>
      </p:sp>
    </p:spTree>
    <p:extLst>
      <p:ext uri="{BB962C8B-B14F-4D97-AF65-F5344CB8AC3E}">
        <p14:creationId xmlns:p14="http://schemas.microsoft.com/office/powerpoint/2010/main" val="1323175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F0FDB4-C836-469B-8984-648B6982752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58A1A2B-1EE5-4156-B00D-6A6A05A5C648}"/>
              </a:ext>
            </a:extLst>
          </p:cNvPr>
          <p:cNvSpPr>
            <a:spLocks noGrp="1"/>
          </p:cNvSpPr>
          <p:nvPr>
            <p:ph type="dt" sz="half" idx="10"/>
          </p:nvPr>
        </p:nvSpPr>
        <p:spPr/>
        <p:txBody>
          <a:bodyPr/>
          <a:lstStyle/>
          <a:p>
            <a:fld id="{C26E4D56-74EF-448E-927E-A52B9EE5B5BD}" type="datetimeFigureOut">
              <a:rPr lang="zh-CN" altLang="en-US" smtClean="0"/>
              <a:t>2025/9/29</a:t>
            </a:fld>
            <a:endParaRPr lang="zh-CN" altLang="en-US"/>
          </a:p>
        </p:txBody>
      </p:sp>
      <p:sp>
        <p:nvSpPr>
          <p:cNvPr id="4" name="页脚占位符 3">
            <a:extLst>
              <a:ext uri="{FF2B5EF4-FFF2-40B4-BE49-F238E27FC236}">
                <a16:creationId xmlns:a16="http://schemas.microsoft.com/office/drawing/2014/main" id="{1CE48586-A938-48AC-94C3-894DF3BC938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4845B34-E289-4432-A4C4-C26F2328D781}"/>
              </a:ext>
            </a:extLst>
          </p:cNvPr>
          <p:cNvSpPr>
            <a:spLocks noGrp="1"/>
          </p:cNvSpPr>
          <p:nvPr>
            <p:ph type="sldNum" sz="quarter" idx="12"/>
          </p:nvPr>
        </p:nvSpPr>
        <p:spPr/>
        <p:txBody>
          <a:bodyPr/>
          <a:lstStyle/>
          <a:p>
            <a:fld id="{8056F200-51FD-4C92-BD04-8EF3971A0217}" type="slidenum">
              <a:rPr lang="zh-CN" altLang="en-US" smtClean="0"/>
              <a:t>‹#›</a:t>
            </a:fld>
            <a:endParaRPr lang="zh-CN" altLang="en-US"/>
          </a:p>
        </p:txBody>
      </p:sp>
    </p:spTree>
    <p:extLst>
      <p:ext uri="{BB962C8B-B14F-4D97-AF65-F5344CB8AC3E}">
        <p14:creationId xmlns:p14="http://schemas.microsoft.com/office/powerpoint/2010/main" val="2570377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D6EE05D-8977-41D9-BC70-E0B2787C92AB}"/>
              </a:ext>
            </a:extLst>
          </p:cNvPr>
          <p:cNvSpPr>
            <a:spLocks noGrp="1"/>
          </p:cNvSpPr>
          <p:nvPr>
            <p:ph type="dt" sz="half" idx="10"/>
          </p:nvPr>
        </p:nvSpPr>
        <p:spPr/>
        <p:txBody>
          <a:bodyPr/>
          <a:lstStyle/>
          <a:p>
            <a:fld id="{C26E4D56-74EF-448E-927E-A52B9EE5B5BD}" type="datetimeFigureOut">
              <a:rPr lang="zh-CN" altLang="en-US" smtClean="0"/>
              <a:t>2025/9/29</a:t>
            </a:fld>
            <a:endParaRPr lang="zh-CN" altLang="en-US"/>
          </a:p>
        </p:txBody>
      </p:sp>
      <p:sp>
        <p:nvSpPr>
          <p:cNvPr id="3" name="页脚占位符 2">
            <a:extLst>
              <a:ext uri="{FF2B5EF4-FFF2-40B4-BE49-F238E27FC236}">
                <a16:creationId xmlns:a16="http://schemas.microsoft.com/office/drawing/2014/main" id="{B1B0AE8B-B7A9-4DBE-8745-5FC48FFF7B8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2D17C44-0116-41E0-8BA6-1AB329DA2291}"/>
              </a:ext>
            </a:extLst>
          </p:cNvPr>
          <p:cNvSpPr>
            <a:spLocks noGrp="1"/>
          </p:cNvSpPr>
          <p:nvPr>
            <p:ph type="sldNum" sz="quarter" idx="12"/>
          </p:nvPr>
        </p:nvSpPr>
        <p:spPr/>
        <p:txBody>
          <a:bodyPr/>
          <a:lstStyle/>
          <a:p>
            <a:fld id="{8056F200-51FD-4C92-BD04-8EF3971A0217}" type="slidenum">
              <a:rPr lang="zh-CN" altLang="en-US" smtClean="0"/>
              <a:t>‹#›</a:t>
            </a:fld>
            <a:endParaRPr lang="zh-CN" altLang="en-US"/>
          </a:p>
        </p:txBody>
      </p:sp>
    </p:spTree>
    <p:extLst>
      <p:ext uri="{BB962C8B-B14F-4D97-AF65-F5344CB8AC3E}">
        <p14:creationId xmlns:p14="http://schemas.microsoft.com/office/powerpoint/2010/main" val="1472804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2AD974-8DD2-4865-ABA3-C9B6104018C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B6B3076-28C7-457B-8521-71BBC0BC09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CA09435-55E3-4D67-BBA4-806DC3E513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C0CBB52-C363-4528-B9BB-DCD999BEB7CB}"/>
              </a:ext>
            </a:extLst>
          </p:cNvPr>
          <p:cNvSpPr>
            <a:spLocks noGrp="1"/>
          </p:cNvSpPr>
          <p:nvPr>
            <p:ph type="dt" sz="half" idx="10"/>
          </p:nvPr>
        </p:nvSpPr>
        <p:spPr/>
        <p:txBody>
          <a:bodyPr/>
          <a:lstStyle/>
          <a:p>
            <a:fld id="{C26E4D56-74EF-448E-927E-A52B9EE5B5BD}" type="datetimeFigureOut">
              <a:rPr lang="zh-CN" altLang="en-US" smtClean="0"/>
              <a:t>2025/9/29</a:t>
            </a:fld>
            <a:endParaRPr lang="zh-CN" altLang="en-US"/>
          </a:p>
        </p:txBody>
      </p:sp>
      <p:sp>
        <p:nvSpPr>
          <p:cNvPr id="6" name="页脚占位符 5">
            <a:extLst>
              <a:ext uri="{FF2B5EF4-FFF2-40B4-BE49-F238E27FC236}">
                <a16:creationId xmlns:a16="http://schemas.microsoft.com/office/drawing/2014/main" id="{B9A1D296-0642-4726-958F-B94ECB7B7F0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74F7BD4-BBEA-4A5B-8CD7-9F2A11CF9E65}"/>
              </a:ext>
            </a:extLst>
          </p:cNvPr>
          <p:cNvSpPr>
            <a:spLocks noGrp="1"/>
          </p:cNvSpPr>
          <p:nvPr>
            <p:ph type="sldNum" sz="quarter" idx="12"/>
          </p:nvPr>
        </p:nvSpPr>
        <p:spPr/>
        <p:txBody>
          <a:bodyPr/>
          <a:lstStyle/>
          <a:p>
            <a:fld id="{8056F200-51FD-4C92-BD04-8EF3971A0217}" type="slidenum">
              <a:rPr lang="zh-CN" altLang="en-US" smtClean="0"/>
              <a:t>‹#›</a:t>
            </a:fld>
            <a:endParaRPr lang="zh-CN" altLang="en-US"/>
          </a:p>
        </p:txBody>
      </p:sp>
    </p:spTree>
    <p:extLst>
      <p:ext uri="{BB962C8B-B14F-4D97-AF65-F5344CB8AC3E}">
        <p14:creationId xmlns:p14="http://schemas.microsoft.com/office/powerpoint/2010/main" val="2652528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E7C7B8-721C-439F-BBCF-FA0997793A4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7279B21-6A38-4758-B646-EDDB0FCF4D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500AF79F-EE06-4005-AF5F-8D48B3A0C0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CC4CE70-51CA-4ACB-809A-0994D145591A}"/>
              </a:ext>
            </a:extLst>
          </p:cNvPr>
          <p:cNvSpPr>
            <a:spLocks noGrp="1"/>
          </p:cNvSpPr>
          <p:nvPr>
            <p:ph type="dt" sz="half" idx="10"/>
          </p:nvPr>
        </p:nvSpPr>
        <p:spPr/>
        <p:txBody>
          <a:bodyPr/>
          <a:lstStyle/>
          <a:p>
            <a:fld id="{C26E4D56-74EF-448E-927E-A52B9EE5B5BD}" type="datetimeFigureOut">
              <a:rPr lang="zh-CN" altLang="en-US" smtClean="0"/>
              <a:t>2025/9/29</a:t>
            </a:fld>
            <a:endParaRPr lang="zh-CN" altLang="en-US"/>
          </a:p>
        </p:txBody>
      </p:sp>
      <p:sp>
        <p:nvSpPr>
          <p:cNvPr id="6" name="页脚占位符 5">
            <a:extLst>
              <a:ext uri="{FF2B5EF4-FFF2-40B4-BE49-F238E27FC236}">
                <a16:creationId xmlns:a16="http://schemas.microsoft.com/office/drawing/2014/main" id="{E1CD20A3-3B12-40C8-839F-18A61A47D7E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692FEF2-66F2-4C5E-B092-82F9157F9C88}"/>
              </a:ext>
            </a:extLst>
          </p:cNvPr>
          <p:cNvSpPr>
            <a:spLocks noGrp="1"/>
          </p:cNvSpPr>
          <p:nvPr>
            <p:ph type="sldNum" sz="quarter" idx="12"/>
          </p:nvPr>
        </p:nvSpPr>
        <p:spPr/>
        <p:txBody>
          <a:bodyPr/>
          <a:lstStyle/>
          <a:p>
            <a:fld id="{8056F200-51FD-4C92-BD04-8EF3971A0217}" type="slidenum">
              <a:rPr lang="zh-CN" altLang="en-US" smtClean="0"/>
              <a:t>‹#›</a:t>
            </a:fld>
            <a:endParaRPr lang="zh-CN" altLang="en-US"/>
          </a:p>
        </p:txBody>
      </p:sp>
    </p:spTree>
    <p:extLst>
      <p:ext uri="{BB962C8B-B14F-4D97-AF65-F5344CB8AC3E}">
        <p14:creationId xmlns:p14="http://schemas.microsoft.com/office/powerpoint/2010/main" val="1167185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C944E5-5D9B-460C-A570-15325212E02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145CDF7-76DE-42DF-AE1B-50941220A1C8}"/>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3133F25-F44A-490B-97B5-9EC3A1CC7576}"/>
              </a:ext>
            </a:extLst>
          </p:cNvPr>
          <p:cNvSpPr>
            <a:spLocks noGrp="1"/>
          </p:cNvSpPr>
          <p:nvPr>
            <p:ph type="dt" sz="half" idx="10"/>
          </p:nvPr>
        </p:nvSpPr>
        <p:spPr/>
        <p:txBody>
          <a:bodyPr/>
          <a:lstStyle/>
          <a:p>
            <a:fld id="{C26E4D56-74EF-448E-927E-A52B9EE5B5BD}" type="datetimeFigureOut">
              <a:rPr lang="zh-CN" altLang="en-US" smtClean="0"/>
              <a:t>2025/9/29</a:t>
            </a:fld>
            <a:endParaRPr lang="zh-CN" altLang="en-US"/>
          </a:p>
        </p:txBody>
      </p:sp>
      <p:sp>
        <p:nvSpPr>
          <p:cNvPr id="5" name="页脚占位符 4">
            <a:extLst>
              <a:ext uri="{FF2B5EF4-FFF2-40B4-BE49-F238E27FC236}">
                <a16:creationId xmlns:a16="http://schemas.microsoft.com/office/drawing/2014/main" id="{1AF5BEA8-E34D-4315-996F-20D9E4C8016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D1AE8FB-4B62-4FBD-A95D-169C425F73C0}"/>
              </a:ext>
            </a:extLst>
          </p:cNvPr>
          <p:cNvSpPr>
            <a:spLocks noGrp="1"/>
          </p:cNvSpPr>
          <p:nvPr>
            <p:ph type="sldNum" sz="quarter" idx="12"/>
          </p:nvPr>
        </p:nvSpPr>
        <p:spPr/>
        <p:txBody>
          <a:bodyPr/>
          <a:lstStyle/>
          <a:p>
            <a:fld id="{8056F200-51FD-4C92-BD04-8EF3971A0217}" type="slidenum">
              <a:rPr lang="zh-CN" altLang="en-US" smtClean="0"/>
              <a:t>‹#›</a:t>
            </a:fld>
            <a:endParaRPr lang="zh-CN" altLang="en-US"/>
          </a:p>
        </p:txBody>
      </p:sp>
    </p:spTree>
    <p:extLst>
      <p:ext uri="{BB962C8B-B14F-4D97-AF65-F5344CB8AC3E}">
        <p14:creationId xmlns:p14="http://schemas.microsoft.com/office/powerpoint/2010/main" val="2274912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561AE6E-739C-4B88-B1B1-20551C01F5D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823E4D2-16B7-455F-A745-ACB3408994E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2855F1-7C16-46B7-A834-2B242254D4DB}"/>
              </a:ext>
            </a:extLst>
          </p:cNvPr>
          <p:cNvSpPr>
            <a:spLocks noGrp="1"/>
          </p:cNvSpPr>
          <p:nvPr>
            <p:ph type="dt" sz="half" idx="10"/>
          </p:nvPr>
        </p:nvSpPr>
        <p:spPr/>
        <p:txBody>
          <a:bodyPr/>
          <a:lstStyle/>
          <a:p>
            <a:fld id="{C26E4D56-74EF-448E-927E-A52B9EE5B5BD}" type="datetimeFigureOut">
              <a:rPr lang="zh-CN" altLang="en-US" smtClean="0"/>
              <a:t>2025/9/29</a:t>
            </a:fld>
            <a:endParaRPr lang="zh-CN" altLang="en-US"/>
          </a:p>
        </p:txBody>
      </p:sp>
      <p:sp>
        <p:nvSpPr>
          <p:cNvPr id="5" name="页脚占位符 4">
            <a:extLst>
              <a:ext uri="{FF2B5EF4-FFF2-40B4-BE49-F238E27FC236}">
                <a16:creationId xmlns:a16="http://schemas.microsoft.com/office/drawing/2014/main" id="{88369C67-003F-4367-9498-D0A2FBD9339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B8192C3-C15D-48E6-9E92-91755DAF73F8}"/>
              </a:ext>
            </a:extLst>
          </p:cNvPr>
          <p:cNvSpPr>
            <a:spLocks noGrp="1"/>
          </p:cNvSpPr>
          <p:nvPr>
            <p:ph type="sldNum" sz="quarter" idx="12"/>
          </p:nvPr>
        </p:nvSpPr>
        <p:spPr/>
        <p:txBody>
          <a:bodyPr/>
          <a:lstStyle/>
          <a:p>
            <a:fld id="{8056F200-51FD-4C92-BD04-8EF3971A0217}" type="slidenum">
              <a:rPr lang="zh-CN" altLang="en-US" smtClean="0"/>
              <a:t>‹#›</a:t>
            </a:fld>
            <a:endParaRPr lang="zh-CN" altLang="en-US"/>
          </a:p>
        </p:txBody>
      </p:sp>
    </p:spTree>
    <p:extLst>
      <p:ext uri="{BB962C8B-B14F-4D97-AF65-F5344CB8AC3E}">
        <p14:creationId xmlns:p14="http://schemas.microsoft.com/office/powerpoint/2010/main" val="2442659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346F859-642C-4035-9F40-ABD22BBEF8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A21E77F-38B8-4CF4-B7A4-21AA11F634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AC706FA-2C41-4F93-92E9-2CED06EB5E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6E4D56-74EF-448E-927E-A52B9EE5B5BD}" type="datetimeFigureOut">
              <a:rPr lang="zh-CN" altLang="en-US" smtClean="0"/>
              <a:t>2025/9/29</a:t>
            </a:fld>
            <a:endParaRPr lang="zh-CN" altLang="en-US"/>
          </a:p>
        </p:txBody>
      </p:sp>
      <p:sp>
        <p:nvSpPr>
          <p:cNvPr id="5" name="页脚占位符 4">
            <a:extLst>
              <a:ext uri="{FF2B5EF4-FFF2-40B4-BE49-F238E27FC236}">
                <a16:creationId xmlns:a16="http://schemas.microsoft.com/office/drawing/2014/main" id="{A3007821-4036-4F90-9F35-0853E012AC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822966C-F78E-4F0D-98DB-3D534D2538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56F200-51FD-4C92-BD04-8EF3971A0217}" type="slidenum">
              <a:rPr lang="zh-CN" altLang="en-US" smtClean="0"/>
              <a:t>‹#›</a:t>
            </a:fld>
            <a:endParaRPr lang="zh-CN" altLang="en-US"/>
          </a:p>
        </p:txBody>
      </p:sp>
    </p:spTree>
    <p:extLst>
      <p:ext uri="{BB962C8B-B14F-4D97-AF65-F5344CB8AC3E}">
        <p14:creationId xmlns:p14="http://schemas.microsoft.com/office/powerpoint/2010/main" val="12262714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ortal.myfiinet.com,&#20381;&#27425;&#36984;&#25799;"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portal.myfiinet.com/"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CFDC2F6D-CD28-4C16-99BA-EDE879486368}"/>
              </a:ext>
            </a:extLst>
          </p:cNvPr>
          <p:cNvPicPr>
            <a:picLocks noChangeAspect="1"/>
          </p:cNvPicPr>
          <p:nvPr/>
        </p:nvPicPr>
        <p:blipFill>
          <a:blip r:embed="rId2"/>
          <a:stretch>
            <a:fillRect/>
          </a:stretch>
        </p:blipFill>
        <p:spPr>
          <a:xfrm>
            <a:off x="307942" y="1079694"/>
            <a:ext cx="11368726" cy="5750025"/>
          </a:xfrm>
          <a:prstGeom prst="rect">
            <a:avLst/>
          </a:prstGeom>
        </p:spPr>
      </p:pic>
      <p:sp>
        <p:nvSpPr>
          <p:cNvPr id="6" name="矩形: 圆角 5">
            <a:extLst>
              <a:ext uri="{FF2B5EF4-FFF2-40B4-BE49-F238E27FC236}">
                <a16:creationId xmlns:a16="http://schemas.microsoft.com/office/drawing/2014/main" id="{876FDDFD-195F-469F-BC5A-D5027CF3144A}"/>
              </a:ext>
            </a:extLst>
          </p:cNvPr>
          <p:cNvSpPr/>
          <p:nvPr/>
        </p:nvSpPr>
        <p:spPr>
          <a:xfrm>
            <a:off x="697582" y="1089122"/>
            <a:ext cx="3506772" cy="537328"/>
          </a:xfrm>
          <a:prstGeom prst="round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DEFB7EC8-F973-4CC5-8EE6-7C67DE978E9E}"/>
              </a:ext>
            </a:extLst>
          </p:cNvPr>
          <p:cNvSpPr/>
          <p:nvPr/>
        </p:nvSpPr>
        <p:spPr>
          <a:xfrm>
            <a:off x="7721341" y="3605712"/>
            <a:ext cx="2251437" cy="537328"/>
          </a:xfrm>
          <a:prstGeom prst="round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F615891D-C211-429D-B7DC-BDC426683455}"/>
              </a:ext>
            </a:extLst>
          </p:cNvPr>
          <p:cNvSpPr/>
          <p:nvPr/>
        </p:nvSpPr>
        <p:spPr>
          <a:xfrm>
            <a:off x="7353696" y="1626450"/>
            <a:ext cx="963104" cy="537328"/>
          </a:xfrm>
          <a:prstGeom prst="round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7ACCFF26-170A-469D-96BD-F6E2DA940B2B}"/>
              </a:ext>
            </a:extLst>
          </p:cNvPr>
          <p:cNvSpPr txBox="1"/>
          <p:nvPr/>
        </p:nvSpPr>
        <p:spPr>
          <a:xfrm>
            <a:off x="838985" y="1157731"/>
            <a:ext cx="367645" cy="400110"/>
          </a:xfrm>
          <a:prstGeom prst="rect">
            <a:avLst/>
          </a:prstGeom>
          <a:noFill/>
        </p:spPr>
        <p:txBody>
          <a:bodyPr wrap="square" rtlCol="0">
            <a:spAutoFit/>
          </a:bodyPr>
          <a:lstStyle/>
          <a:p>
            <a:r>
              <a:rPr lang="en-US" altLang="zh-CN" sz="2000" dirty="0">
                <a:solidFill>
                  <a:srgbClr val="FF0000"/>
                </a:solidFill>
              </a:rPr>
              <a:t>1</a:t>
            </a:r>
            <a:endParaRPr lang="zh-CN" altLang="en-US" sz="2000" dirty="0">
              <a:solidFill>
                <a:srgbClr val="FF0000"/>
              </a:solidFill>
            </a:endParaRPr>
          </a:p>
        </p:txBody>
      </p:sp>
      <p:sp>
        <p:nvSpPr>
          <p:cNvPr id="10" name="文本框 9">
            <a:extLst>
              <a:ext uri="{FF2B5EF4-FFF2-40B4-BE49-F238E27FC236}">
                <a16:creationId xmlns:a16="http://schemas.microsoft.com/office/drawing/2014/main" id="{B734A320-F22F-43A8-B340-82D5C0FC6D33}"/>
              </a:ext>
            </a:extLst>
          </p:cNvPr>
          <p:cNvSpPr txBox="1"/>
          <p:nvPr/>
        </p:nvSpPr>
        <p:spPr>
          <a:xfrm>
            <a:off x="9530498" y="3742930"/>
            <a:ext cx="367645" cy="400110"/>
          </a:xfrm>
          <a:prstGeom prst="rect">
            <a:avLst/>
          </a:prstGeom>
          <a:noFill/>
        </p:spPr>
        <p:txBody>
          <a:bodyPr wrap="square" rtlCol="0">
            <a:spAutoFit/>
          </a:bodyPr>
          <a:lstStyle/>
          <a:p>
            <a:r>
              <a:rPr lang="en-US" altLang="zh-CN" sz="2000" dirty="0">
                <a:solidFill>
                  <a:srgbClr val="FF0000"/>
                </a:solidFill>
              </a:rPr>
              <a:t>3</a:t>
            </a:r>
            <a:endParaRPr lang="zh-CN" altLang="en-US" sz="2000" dirty="0">
              <a:solidFill>
                <a:srgbClr val="FF0000"/>
              </a:solidFill>
            </a:endParaRPr>
          </a:p>
        </p:txBody>
      </p:sp>
      <p:sp>
        <p:nvSpPr>
          <p:cNvPr id="11" name="文本框 10">
            <a:extLst>
              <a:ext uri="{FF2B5EF4-FFF2-40B4-BE49-F238E27FC236}">
                <a16:creationId xmlns:a16="http://schemas.microsoft.com/office/drawing/2014/main" id="{667FBC16-731D-4D4F-8DF4-5D188426C470}"/>
              </a:ext>
            </a:extLst>
          </p:cNvPr>
          <p:cNvSpPr txBox="1"/>
          <p:nvPr/>
        </p:nvSpPr>
        <p:spPr>
          <a:xfrm>
            <a:off x="7353696" y="1707951"/>
            <a:ext cx="367645" cy="400110"/>
          </a:xfrm>
          <a:prstGeom prst="rect">
            <a:avLst/>
          </a:prstGeom>
          <a:noFill/>
        </p:spPr>
        <p:txBody>
          <a:bodyPr wrap="square" rtlCol="0">
            <a:spAutoFit/>
          </a:bodyPr>
          <a:lstStyle/>
          <a:p>
            <a:r>
              <a:rPr lang="en-US" altLang="zh-CN" sz="2000" dirty="0">
                <a:solidFill>
                  <a:srgbClr val="FF0000"/>
                </a:solidFill>
              </a:rPr>
              <a:t>2</a:t>
            </a:r>
            <a:endParaRPr lang="zh-CN" altLang="en-US" sz="2000" dirty="0">
              <a:solidFill>
                <a:srgbClr val="FF0000"/>
              </a:solidFill>
            </a:endParaRPr>
          </a:p>
        </p:txBody>
      </p:sp>
      <p:sp>
        <p:nvSpPr>
          <p:cNvPr id="12" name="文本框 11">
            <a:extLst>
              <a:ext uri="{FF2B5EF4-FFF2-40B4-BE49-F238E27FC236}">
                <a16:creationId xmlns:a16="http://schemas.microsoft.com/office/drawing/2014/main" id="{6FCB1BAA-8491-43AE-97B6-82C720036BB7}"/>
              </a:ext>
            </a:extLst>
          </p:cNvPr>
          <p:cNvSpPr txBox="1"/>
          <p:nvPr/>
        </p:nvSpPr>
        <p:spPr>
          <a:xfrm>
            <a:off x="479820" y="371431"/>
            <a:ext cx="10750431" cy="615553"/>
          </a:xfrm>
          <a:prstGeom prst="rect">
            <a:avLst/>
          </a:prstGeom>
          <a:noFill/>
        </p:spPr>
        <p:txBody>
          <a:bodyPr wrap="square" rtlCol="0">
            <a:spAutoFit/>
          </a:bodyPr>
          <a:lstStyle/>
          <a:p>
            <a:r>
              <a:rPr lang="zh-CN" altLang="en-US" dirty="0"/>
              <a:t>進入</a:t>
            </a:r>
            <a:r>
              <a:rPr lang="en-US" altLang="zh-CN" dirty="0" err="1"/>
              <a:t>Fii</a:t>
            </a:r>
            <a:r>
              <a:rPr lang="zh-CN" altLang="en-US" dirty="0"/>
              <a:t>門戶網站：</a:t>
            </a:r>
            <a:r>
              <a:rPr lang="en-US" altLang="zh-CN" dirty="0">
                <a:solidFill>
                  <a:srgbClr val="0563C1"/>
                </a:solidFill>
                <a:hlinkClick r:id="rId3">
                  <a:extLst>
                    <a:ext uri="{A12FA001-AC4F-418D-AE19-62706E023703}">
                      <ahyp:hlinkClr xmlns:ahyp="http://schemas.microsoft.com/office/drawing/2018/hyperlinkcolor" val="tx"/>
                    </a:ext>
                  </a:extLst>
                </a:hlinkClick>
              </a:rPr>
              <a:t>https://portal.myfiinet.com,</a:t>
            </a:r>
            <a:r>
              <a:rPr lang="zh-CN" altLang="en-US" dirty="0">
                <a:hlinkClick r:id="rId3">
                  <a:extLst>
                    <a:ext uri="{A12FA001-AC4F-418D-AE19-62706E023703}">
                      <ahyp:hlinkClr xmlns:ahyp="http://schemas.microsoft.com/office/drawing/2018/hyperlinkcolor" val="tx"/>
                    </a:ext>
                  </a:extLst>
                </a:hlinkClick>
              </a:rPr>
              <a:t>依次選擇</a:t>
            </a:r>
            <a:r>
              <a:rPr lang="zh-CN" altLang="en-US" dirty="0">
                <a:solidFill>
                  <a:schemeClr val="accent1"/>
                </a:solidFill>
              </a:rPr>
              <a:t> 資訊</a:t>
            </a:r>
            <a:r>
              <a:rPr lang="en-US" altLang="zh-CN" dirty="0"/>
              <a:t>---&gt;</a:t>
            </a:r>
            <a:r>
              <a:rPr lang="en-US" altLang="zh-CN" dirty="0" err="1">
                <a:solidFill>
                  <a:schemeClr val="accent1"/>
                </a:solidFill>
              </a:rPr>
              <a:t>Fii</a:t>
            </a:r>
            <a:r>
              <a:rPr lang="en-US" altLang="zh-CN" dirty="0">
                <a:solidFill>
                  <a:schemeClr val="accent1"/>
                </a:solidFill>
              </a:rPr>
              <a:t> IT </a:t>
            </a:r>
            <a:r>
              <a:rPr lang="zh-CN" altLang="en-US" dirty="0">
                <a:solidFill>
                  <a:schemeClr val="accent1"/>
                </a:solidFill>
              </a:rPr>
              <a:t>需求服務管理</a:t>
            </a:r>
            <a:r>
              <a:rPr lang="zh-CN" altLang="en-US">
                <a:solidFill>
                  <a:schemeClr val="accent1"/>
                </a:solidFill>
              </a:rPr>
              <a:t>系統</a:t>
            </a:r>
            <a:endParaRPr lang="en-US" altLang="zh-CN">
              <a:solidFill>
                <a:schemeClr val="accent1"/>
              </a:solidFill>
            </a:endParaRPr>
          </a:p>
          <a:p>
            <a:r>
              <a:rPr lang="vi-VN" sz="1600" b="0" i="0">
                <a:solidFill>
                  <a:srgbClr val="101828"/>
                </a:solidFill>
                <a:effectLst/>
                <a:latin typeface="ui-sans-serif"/>
              </a:rPr>
              <a:t>Truy cập cổng thông tin Fii tại: </a:t>
            </a:r>
            <a:r>
              <a:rPr lang="vi-VN" sz="1600" b="0" i="0" u="none" strike="noStrike">
                <a:solidFill>
                  <a:srgbClr val="155EEF"/>
                </a:solidFill>
                <a:effectLst/>
                <a:latin typeface="ui-sans-serif"/>
                <a:hlinkClick r:id="rId4"/>
              </a:rPr>
              <a:t>https://portal.myfiinet.com</a:t>
            </a:r>
            <a:r>
              <a:rPr lang="vi-VN" sz="1600" b="0" i="0">
                <a:solidFill>
                  <a:srgbClr val="101828"/>
                </a:solidFill>
                <a:effectLst/>
                <a:latin typeface="ui-sans-serif"/>
              </a:rPr>
              <a:t>, sau đó chọn lần lượt Thông tin ---&gt; Hệ thống Quản lý Dịch vụ IT Fii.</a:t>
            </a:r>
            <a:endParaRPr lang="zh-CN" altLang="en-US" sz="1600" dirty="0">
              <a:solidFill>
                <a:schemeClr val="accent1"/>
              </a:solidFill>
            </a:endParaRPr>
          </a:p>
        </p:txBody>
      </p:sp>
    </p:spTree>
    <p:extLst>
      <p:ext uri="{BB962C8B-B14F-4D97-AF65-F5344CB8AC3E}">
        <p14:creationId xmlns:p14="http://schemas.microsoft.com/office/powerpoint/2010/main" val="3383760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273E815-8E84-4ABF-A056-75284349F85D}"/>
              </a:ext>
            </a:extLst>
          </p:cNvPr>
          <p:cNvPicPr>
            <a:picLocks noChangeAspect="1"/>
          </p:cNvPicPr>
          <p:nvPr/>
        </p:nvPicPr>
        <p:blipFill>
          <a:blip r:embed="rId2"/>
          <a:stretch>
            <a:fillRect/>
          </a:stretch>
        </p:blipFill>
        <p:spPr>
          <a:xfrm>
            <a:off x="542860" y="1485150"/>
            <a:ext cx="10948413" cy="5372850"/>
          </a:xfrm>
          <a:prstGeom prst="rect">
            <a:avLst/>
          </a:prstGeom>
        </p:spPr>
      </p:pic>
      <p:sp>
        <p:nvSpPr>
          <p:cNvPr id="6" name="矩形: 圆角 5">
            <a:extLst>
              <a:ext uri="{FF2B5EF4-FFF2-40B4-BE49-F238E27FC236}">
                <a16:creationId xmlns:a16="http://schemas.microsoft.com/office/drawing/2014/main" id="{044D9982-3F3D-4D3C-AB93-041DFC4BBB60}"/>
              </a:ext>
            </a:extLst>
          </p:cNvPr>
          <p:cNvSpPr/>
          <p:nvPr/>
        </p:nvSpPr>
        <p:spPr>
          <a:xfrm>
            <a:off x="542860" y="3223804"/>
            <a:ext cx="2196447" cy="410392"/>
          </a:xfrm>
          <a:prstGeom prst="round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E158D72E-FF92-4538-8974-F2A6CDEF09F3}"/>
              </a:ext>
            </a:extLst>
          </p:cNvPr>
          <p:cNvSpPr/>
          <p:nvPr/>
        </p:nvSpPr>
        <p:spPr>
          <a:xfrm>
            <a:off x="700727" y="4835706"/>
            <a:ext cx="2196447" cy="410392"/>
          </a:xfrm>
          <a:prstGeom prst="round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6B9844B7-0B4D-4A08-964A-E863451C7C74}"/>
              </a:ext>
            </a:extLst>
          </p:cNvPr>
          <p:cNvSpPr/>
          <p:nvPr/>
        </p:nvSpPr>
        <p:spPr>
          <a:xfrm>
            <a:off x="3214541" y="3373617"/>
            <a:ext cx="1206632" cy="483450"/>
          </a:xfrm>
          <a:prstGeom prst="round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CEE24428-2933-4440-8BA2-6A603BCB25BB}"/>
              </a:ext>
            </a:extLst>
          </p:cNvPr>
          <p:cNvSpPr txBox="1"/>
          <p:nvPr/>
        </p:nvSpPr>
        <p:spPr>
          <a:xfrm>
            <a:off x="1798950" y="3234086"/>
            <a:ext cx="367645" cy="400110"/>
          </a:xfrm>
          <a:prstGeom prst="rect">
            <a:avLst/>
          </a:prstGeom>
          <a:noFill/>
        </p:spPr>
        <p:txBody>
          <a:bodyPr wrap="square" rtlCol="0">
            <a:spAutoFit/>
          </a:bodyPr>
          <a:lstStyle/>
          <a:p>
            <a:r>
              <a:rPr lang="en-US" altLang="zh-CN" sz="2000" dirty="0">
                <a:solidFill>
                  <a:srgbClr val="FF0000"/>
                </a:solidFill>
              </a:rPr>
              <a:t>4</a:t>
            </a:r>
            <a:endParaRPr lang="zh-CN" altLang="en-US" sz="2000" dirty="0">
              <a:solidFill>
                <a:srgbClr val="FF0000"/>
              </a:solidFill>
            </a:endParaRPr>
          </a:p>
        </p:txBody>
      </p:sp>
      <p:sp>
        <p:nvSpPr>
          <p:cNvPr id="10" name="文本框 9">
            <a:extLst>
              <a:ext uri="{FF2B5EF4-FFF2-40B4-BE49-F238E27FC236}">
                <a16:creationId xmlns:a16="http://schemas.microsoft.com/office/drawing/2014/main" id="{4B7C5232-6A41-4DE3-9BFD-52345373AF43}"/>
              </a:ext>
            </a:extLst>
          </p:cNvPr>
          <p:cNvSpPr txBox="1"/>
          <p:nvPr/>
        </p:nvSpPr>
        <p:spPr>
          <a:xfrm>
            <a:off x="3158768" y="3415287"/>
            <a:ext cx="367645" cy="400110"/>
          </a:xfrm>
          <a:prstGeom prst="rect">
            <a:avLst/>
          </a:prstGeom>
          <a:noFill/>
        </p:spPr>
        <p:txBody>
          <a:bodyPr wrap="square" rtlCol="0">
            <a:spAutoFit/>
          </a:bodyPr>
          <a:lstStyle/>
          <a:p>
            <a:r>
              <a:rPr lang="en-US" altLang="zh-CN" sz="2000" dirty="0">
                <a:solidFill>
                  <a:srgbClr val="FF0000"/>
                </a:solidFill>
              </a:rPr>
              <a:t>6</a:t>
            </a:r>
            <a:endParaRPr lang="zh-CN" altLang="en-US" sz="2000" dirty="0">
              <a:solidFill>
                <a:srgbClr val="FF0000"/>
              </a:solidFill>
            </a:endParaRPr>
          </a:p>
        </p:txBody>
      </p:sp>
      <p:sp>
        <p:nvSpPr>
          <p:cNvPr id="11" name="文本框 10">
            <a:extLst>
              <a:ext uri="{FF2B5EF4-FFF2-40B4-BE49-F238E27FC236}">
                <a16:creationId xmlns:a16="http://schemas.microsoft.com/office/drawing/2014/main" id="{AA69E951-156B-433D-AC77-6346564E7463}"/>
              </a:ext>
            </a:extLst>
          </p:cNvPr>
          <p:cNvSpPr txBox="1"/>
          <p:nvPr/>
        </p:nvSpPr>
        <p:spPr>
          <a:xfrm>
            <a:off x="2473757" y="4845988"/>
            <a:ext cx="367645" cy="400110"/>
          </a:xfrm>
          <a:prstGeom prst="rect">
            <a:avLst/>
          </a:prstGeom>
          <a:noFill/>
        </p:spPr>
        <p:txBody>
          <a:bodyPr wrap="square" rtlCol="0">
            <a:spAutoFit/>
          </a:bodyPr>
          <a:lstStyle/>
          <a:p>
            <a:r>
              <a:rPr lang="en-US" altLang="zh-CN" sz="2000" dirty="0">
                <a:solidFill>
                  <a:srgbClr val="FF0000"/>
                </a:solidFill>
              </a:rPr>
              <a:t>5</a:t>
            </a:r>
            <a:endParaRPr lang="zh-CN" altLang="en-US" sz="2000" dirty="0">
              <a:solidFill>
                <a:srgbClr val="FF0000"/>
              </a:solidFill>
            </a:endParaRPr>
          </a:p>
        </p:txBody>
      </p:sp>
      <p:sp>
        <p:nvSpPr>
          <p:cNvPr id="12" name="文本框 11">
            <a:extLst>
              <a:ext uri="{FF2B5EF4-FFF2-40B4-BE49-F238E27FC236}">
                <a16:creationId xmlns:a16="http://schemas.microsoft.com/office/drawing/2014/main" id="{70C5C47B-76FC-4664-9376-1C3B6132393E}"/>
              </a:ext>
            </a:extLst>
          </p:cNvPr>
          <p:cNvSpPr txBox="1"/>
          <p:nvPr/>
        </p:nvSpPr>
        <p:spPr>
          <a:xfrm>
            <a:off x="469389" y="405678"/>
            <a:ext cx="10730844" cy="861774"/>
          </a:xfrm>
          <a:prstGeom prst="rect">
            <a:avLst/>
          </a:prstGeom>
          <a:noFill/>
        </p:spPr>
        <p:txBody>
          <a:bodyPr wrap="square" rtlCol="0">
            <a:spAutoFit/>
          </a:bodyPr>
          <a:lstStyle/>
          <a:p>
            <a:r>
              <a:rPr lang="zh-CN" altLang="en-US" dirty="0"/>
              <a:t>在彈出的頁依次選擇：</a:t>
            </a:r>
            <a:r>
              <a:rPr lang="zh-CN" altLang="en-US" dirty="0">
                <a:solidFill>
                  <a:schemeClr val="accent1"/>
                </a:solidFill>
              </a:rPr>
              <a:t>賬號申請</a:t>
            </a:r>
            <a:r>
              <a:rPr lang="en-US" altLang="zh-CN" dirty="0"/>
              <a:t>---&gt;</a:t>
            </a:r>
            <a:r>
              <a:rPr lang="zh-CN" altLang="en-US" dirty="0">
                <a:solidFill>
                  <a:schemeClr val="accent1"/>
                </a:solidFill>
              </a:rPr>
              <a:t>地端</a:t>
            </a:r>
            <a:r>
              <a:rPr lang="en-US" altLang="zh-CN" dirty="0">
                <a:solidFill>
                  <a:schemeClr val="accent1"/>
                </a:solidFill>
              </a:rPr>
              <a:t>Outlook </a:t>
            </a:r>
            <a:r>
              <a:rPr lang="zh-CN" altLang="en-US" dirty="0">
                <a:solidFill>
                  <a:schemeClr val="accent1"/>
                </a:solidFill>
              </a:rPr>
              <a:t>賬號申請</a:t>
            </a:r>
            <a:r>
              <a:rPr lang="zh-CN" altLang="en-US" dirty="0"/>
              <a:t>。在右側可以看到</a:t>
            </a:r>
            <a:r>
              <a:rPr lang="zh-CN" altLang="en-US" dirty="0">
                <a:solidFill>
                  <a:schemeClr val="accent1"/>
                </a:solidFill>
              </a:rPr>
              <a:t>新建</a:t>
            </a:r>
            <a:r>
              <a:rPr lang="zh-CN" altLang="en-US" dirty="0"/>
              <a:t>按鈕，選擇新建申</a:t>
            </a:r>
            <a:r>
              <a:rPr lang="zh-CN" altLang="en-US"/>
              <a:t>請單</a:t>
            </a:r>
            <a:endParaRPr lang="en-US" altLang="zh-CN"/>
          </a:p>
          <a:p>
            <a:r>
              <a:rPr lang="vi-VN" sz="1600" b="0" i="0">
                <a:solidFill>
                  <a:srgbClr val="101828"/>
                </a:solidFill>
                <a:effectLst/>
                <a:latin typeface="ui-sans-serif"/>
              </a:rPr>
              <a:t>Trong tran</a:t>
            </a:r>
            <a:r>
              <a:rPr lang="en-US" sz="1600" b="0" i="0">
                <a:solidFill>
                  <a:srgbClr val="101828"/>
                </a:solidFill>
                <a:effectLst/>
                <a:latin typeface="ui-sans-serif"/>
              </a:rPr>
              <a:t>g Fii ITSM</a:t>
            </a:r>
            <a:r>
              <a:rPr lang="vi-VN" sz="1600" b="0" i="0">
                <a:solidFill>
                  <a:srgbClr val="101828"/>
                </a:solidFill>
                <a:effectLst/>
                <a:latin typeface="ui-sans-serif"/>
              </a:rPr>
              <a:t>, lần lượt chọn: Đăng ký tài khoản ---&gt; Đăng ký tài khoản Outlook địa phương. Ở bên phải, bạn sẽ thấy nút Tạo mới, hãy chọn Tạo đơn đăng ký mới.</a:t>
            </a:r>
            <a:endParaRPr lang="zh-CN" altLang="en-US" sz="1600" dirty="0">
              <a:solidFill>
                <a:schemeClr val="accent1"/>
              </a:solidFill>
            </a:endParaRPr>
          </a:p>
        </p:txBody>
      </p:sp>
    </p:spTree>
    <p:extLst>
      <p:ext uri="{BB962C8B-B14F-4D97-AF65-F5344CB8AC3E}">
        <p14:creationId xmlns:p14="http://schemas.microsoft.com/office/powerpoint/2010/main" val="3781932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62FE05EC-D080-4E8C-B2D7-175C7904FD1B}"/>
              </a:ext>
            </a:extLst>
          </p:cNvPr>
          <p:cNvPicPr>
            <a:picLocks noChangeAspect="1"/>
          </p:cNvPicPr>
          <p:nvPr/>
        </p:nvPicPr>
        <p:blipFill>
          <a:blip r:embed="rId2"/>
          <a:stretch>
            <a:fillRect/>
          </a:stretch>
        </p:blipFill>
        <p:spPr>
          <a:xfrm>
            <a:off x="450168" y="2184805"/>
            <a:ext cx="6370872" cy="2149026"/>
          </a:xfrm>
          <a:prstGeom prst="rect">
            <a:avLst/>
          </a:prstGeom>
        </p:spPr>
      </p:pic>
      <p:pic>
        <p:nvPicPr>
          <p:cNvPr id="7" name="图片 6">
            <a:extLst>
              <a:ext uri="{FF2B5EF4-FFF2-40B4-BE49-F238E27FC236}">
                <a16:creationId xmlns:a16="http://schemas.microsoft.com/office/drawing/2014/main" id="{440E9AAC-8970-48FE-9638-521216BA320F}"/>
              </a:ext>
            </a:extLst>
          </p:cNvPr>
          <p:cNvPicPr>
            <a:picLocks noChangeAspect="1"/>
          </p:cNvPicPr>
          <p:nvPr/>
        </p:nvPicPr>
        <p:blipFill>
          <a:blip r:embed="rId3"/>
          <a:stretch>
            <a:fillRect/>
          </a:stretch>
        </p:blipFill>
        <p:spPr>
          <a:xfrm>
            <a:off x="590105" y="4333831"/>
            <a:ext cx="8466554" cy="1341236"/>
          </a:xfrm>
          <a:prstGeom prst="rect">
            <a:avLst/>
          </a:prstGeom>
        </p:spPr>
      </p:pic>
      <p:cxnSp>
        <p:nvCxnSpPr>
          <p:cNvPr id="9" name="直接连接符 8">
            <a:extLst>
              <a:ext uri="{FF2B5EF4-FFF2-40B4-BE49-F238E27FC236}">
                <a16:creationId xmlns:a16="http://schemas.microsoft.com/office/drawing/2014/main" id="{0ED409F4-C952-47C5-927A-9AA208F891B8}"/>
              </a:ext>
            </a:extLst>
          </p:cNvPr>
          <p:cNvCxnSpPr/>
          <p:nvPr/>
        </p:nvCxnSpPr>
        <p:spPr>
          <a:xfrm>
            <a:off x="641023" y="4333831"/>
            <a:ext cx="8399282" cy="131282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5978B2C-4EC4-4335-BAF4-E99D90AEE5C2}"/>
              </a:ext>
            </a:extLst>
          </p:cNvPr>
          <p:cNvCxnSpPr>
            <a:cxnSpLocks/>
          </p:cNvCxnSpPr>
          <p:nvPr/>
        </p:nvCxnSpPr>
        <p:spPr>
          <a:xfrm flipH="1">
            <a:off x="590105" y="4330433"/>
            <a:ext cx="8450200" cy="150475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7" name="组合 16">
            <a:extLst>
              <a:ext uri="{FF2B5EF4-FFF2-40B4-BE49-F238E27FC236}">
                <a16:creationId xmlns:a16="http://schemas.microsoft.com/office/drawing/2014/main" id="{C98CF4DE-9490-4736-B6FF-509BA4C2823D}"/>
              </a:ext>
            </a:extLst>
          </p:cNvPr>
          <p:cNvGrpSpPr/>
          <p:nvPr/>
        </p:nvGrpSpPr>
        <p:grpSpPr>
          <a:xfrm>
            <a:off x="4925504" y="4860033"/>
            <a:ext cx="532615" cy="475538"/>
            <a:chOff x="5632515" y="6036398"/>
            <a:chExt cx="532614" cy="445558"/>
          </a:xfrm>
        </p:grpSpPr>
        <p:sp>
          <p:nvSpPr>
            <p:cNvPr id="15" name="椭圆 14">
              <a:extLst>
                <a:ext uri="{FF2B5EF4-FFF2-40B4-BE49-F238E27FC236}">
                  <a16:creationId xmlns:a16="http://schemas.microsoft.com/office/drawing/2014/main" id="{28129606-6DD8-4C78-82C7-76231EE6E738}"/>
                </a:ext>
              </a:extLst>
            </p:cNvPr>
            <p:cNvSpPr/>
            <p:nvPr/>
          </p:nvSpPr>
          <p:spPr>
            <a:xfrm>
              <a:off x="5632515" y="6036398"/>
              <a:ext cx="532614" cy="44306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E2FEADF1-1DB0-42B9-94E0-3FDA8BAB10B8}"/>
                </a:ext>
              </a:extLst>
            </p:cNvPr>
            <p:cNvSpPr txBox="1"/>
            <p:nvPr/>
          </p:nvSpPr>
          <p:spPr>
            <a:xfrm>
              <a:off x="5716570" y="6081846"/>
              <a:ext cx="364503" cy="400110"/>
            </a:xfrm>
            <a:prstGeom prst="rect">
              <a:avLst/>
            </a:prstGeom>
            <a:noFill/>
          </p:spPr>
          <p:txBody>
            <a:bodyPr wrap="square" rtlCol="0">
              <a:spAutoFit/>
            </a:bodyPr>
            <a:lstStyle/>
            <a:p>
              <a:r>
                <a:rPr lang="en-US" altLang="zh-CN" sz="2000" b="1" dirty="0">
                  <a:solidFill>
                    <a:srgbClr val="FF0000"/>
                  </a:solidFill>
                </a:rPr>
                <a:t>8</a:t>
              </a:r>
              <a:endParaRPr lang="zh-CN" altLang="en-US" sz="2000" b="1" dirty="0">
                <a:solidFill>
                  <a:srgbClr val="FF0000"/>
                </a:solidFill>
              </a:endParaRPr>
            </a:p>
          </p:txBody>
        </p:sp>
      </p:grpSp>
      <p:sp>
        <p:nvSpPr>
          <p:cNvPr id="18" name="矩形: 圆角 17">
            <a:extLst>
              <a:ext uri="{FF2B5EF4-FFF2-40B4-BE49-F238E27FC236}">
                <a16:creationId xmlns:a16="http://schemas.microsoft.com/office/drawing/2014/main" id="{273D5B81-DA18-49AB-9C8E-81ED0EE136CF}"/>
              </a:ext>
            </a:extLst>
          </p:cNvPr>
          <p:cNvSpPr/>
          <p:nvPr/>
        </p:nvSpPr>
        <p:spPr>
          <a:xfrm>
            <a:off x="2306320" y="2560320"/>
            <a:ext cx="1330960" cy="134112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8547ADDD-4562-4703-B837-76F6F064DF64}"/>
              </a:ext>
            </a:extLst>
          </p:cNvPr>
          <p:cNvSpPr txBox="1"/>
          <p:nvPr/>
        </p:nvSpPr>
        <p:spPr>
          <a:xfrm>
            <a:off x="2711728" y="2994277"/>
            <a:ext cx="367645" cy="400110"/>
          </a:xfrm>
          <a:prstGeom prst="rect">
            <a:avLst/>
          </a:prstGeom>
          <a:noFill/>
        </p:spPr>
        <p:txBody>
          <a:bodyPr wrap="square" rtlCol="0">
            <a:spAutoFit/>
          </a:bodyPr>
          <a:lstStyle/>
          <a:p>
            <a:r>
              <a:rPr lang="en-US" altLang="zh-CN" sz="2000" dirty="0">
                <a:solidFill>
                  <a:srgbClr val="FF0000"/>
                </a:solidFill>
              </a:rPr>
              <a:t>7</a:t>
            </a:r>
            <a:endParaRPr lang="zh-CN" altLang="en-US" sz="2000" dirty="0">
              <a:solidFill>
                <a:srgbClr val="FF0000"/>
              </a:solidFill>
            </a:endParaRPr>
          </a:p>
        </p:txBody>
      </p:sp>
      <p:sp>
        <p:nvSpPr>
          <p:cNvPr id="20" name="文本框 19">
            <a:extLst>
              <a:ext uri="{FF2B5EF4-FFF2-40B4-BE49-F238E27FC236}">
                <a16:creationId xmlns:a16="http://schemas.microsoft.com/office/drawing/2014/main" id="{B6708E05-9742-4AE0-852A-980D752A41B3}"/>
              </a:ext>
            </a:extLst>
          </p:cNvPr>
          <p:cNvSpPr txBox="1"/>
          <p:nvPr/>
        </p:nvSpPr>
        <p:spPr>
          <a:xfrm>
            <a:off x="450168" y="687314"/>
            <a:ext cx="10730844" cy="1384995"/>
          </a:xfrm>
          <a:prstGeom prst="rect">
            <a:avLst/>
          </a:prstGeom>
          <a:noFill/>
        </p:spPr>
        <p:txBody>
          <a:bodyPr wrap="square" rtlCol="0">
            <a:spAutoFit/>
          </a:bodyPr>
          <a:lstStyle/>
          <a:p>
            <a:r>
              <a:rPr lang="zh-CN" altLang="en-US" dirty="0"/>
              <a:t>在新申請頁面，需求類別選擇</a:t>
            </a:r>
            <a:r>
              <a:rPr lang="zh-CN" altLang="en-US" dirty="0">
                <a:solidFill>
                  <a:schemeClr val="accent1"/>
                </a:solidFill>
              </a:rPr>
              <a:t>賬號申請，</a:t>
            </a:r>
            <a:r>
              <a:rPr lang="zh-CN" altLang="en-US" dirty="0"/>
              <a:t>需求項目為</a:t>
            </a:r>
            <a:r>
              <a:rPr lang="zh-CN" altLang="en-US" dirty="0">
                <a:solidFill>
                  <a:schemeClr val="accent1"/>
                </a:solidFill>
              </a:rPr>
              <a:t>新增基礎賬號。</a:t>
            </a:r>
            <a:r>
              <a:rPr lang="zh-CN" altLang="en-US" dirty="0"/>
              <a:t>需特別注意的是</a:t>
            </a:r>
            <a:r>
              <a:rPr lang="en-US" altLang="zh-CN" dirty="0"/>
              <a:t>8</a:t>
            </a:r>
            <a:r>
              <a:rPr lang="zh-CN" altLang="en-US" dirty="0"/>
              <a:t>的位置，因爲頁面顯示問題，新增賬號此處可不用填寫。一樣可以提交</a:t>
            </a:r>
            <a:r>
              <a:rPr lang="zh-CN" altLang="en-US"/>
              <a:t>上去。</a:t>
            </a:r>
            <a:endParaRPr lang="en-US" altLang="zh-CN"/>
          </a:p>
          <a:p>
            <a:r>
              <a:rPr lang="vi-VN" altLang="zh-CN" sz="1600"/>
              <a:t>Trong trang đăng ký mới, chọn loại yêu cầu là đăng ký tài khoản, và mục yêu cầu là thêm tài khoản cơ bản. Cần lưu ý đặc biệt về vị trí số 8, vì vấn đề hiển thị trên trang, bạn có thể không cần điền thông tin vào mục thêm tài khoản này. Vẫn có thể gửi đi bình thường.</a:t>
            </a:r>
            <a:endParaRPr lang="zh-CN" altLang="en-US" sz="1600" dirty="0"/>
          </a:p>
        </p:txBody>
      </p:sp>
    </p:spTree>
    <p:extLst>
      <p:ext uri="{BB962C8B-B14F-4D97-AF65-F5344CB8AC3E}">
        <p14:creationId xmlns:p14="http://schemas.microsoft.com/office/powerpoint/2010/main" val="176495406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1251</TotalTime>
  <Words>281</Words>
  <Application>Microsoft Office PowerPoint</Application>
  <PresentationFormat>Widescreen</PresentationFormat>
  <Paragraphs>14</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ui-sans-serif</vt:lpstr>
      <vt:lpstr>等线</vt:lpstr>
      <vt:lpstr>等线 Light</vt:lpstr>
      <vt:lpstr>Arial</vt:lpstr>
      <vt:lpstr>Office 主题​​</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董豔偉</dc:creator>
  <cp:lastModifiedBy>VN CRC</cp:lastModifiedBy>
  <cp:revision>5</cp:revision>
  <dcterms:created xsi:type="dcterms:W3CDTF">2025-09-29T09:39:44Z</dcterms:created>
  <dcterms:modified xsi:type="dcterms:W3CDTF">2025-09-30T07:48:23Z</dcterms:modified>
</cp:coreProperties>
</file>