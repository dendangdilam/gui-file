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09" autoAdjust="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2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3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9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0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5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4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5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524108" y="188926"/>
            <a:ext cx="737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Vào trang chủ </a:t>
            </a:r>
            <a:r>
              <a:rPr lang="en-US" smtClean="0"/>
              <a:t>Esign: </a:t>
            </a:r>
            <a:r>
              <a:rPr lang="en-US"/>
              <a:t>https://appvn3-cns.myfiinet.com/Employee/APP_ESIGN</a:t>
            </a:r>
            <a:endParaRPr 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211014" y="3612943"/>
            <a:ext cx="929698" cy="890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6913756" y="2932771"/>
            <a:ext cx="2502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mtClean="0"/>
              <a:t>Chọn mẫu đơn mới</a:t>
            </a:r>
          </a:p>
          <a:p>
            <a:pPr marL="342900" indent="-342900">
              <a:buAutoNum type="arabicPeriod"/>
            </a:pPr>
            <a:r>
              <a:rPr lang="en-US" smtClean="0"/>
              <a:t>Chọn loại đơn IT</a:t>
            </a:r>
          </a:p>
          <a:p>
            <a:pPr marL="342900" indent="-342900">
              <a:buAutoNum type="arabicPeriod"/>
            </a:pPr>
            <a:r>
              <a:rPr lang="en-US" smtClean="0"/>
              <a:t>Chọn Đơn phục vụ IT</a:t>
            </a:r>
            <a:endParaRPr 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7" y="926196"/>
            <a:ext cx="6217404" cy="283176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9878" y="1327319"/>
            <a:ext cx="564162" cy="2673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24" y="4503751"/>
            <a:ext cx="9193736" cy="193099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21312" y="5055915"/>
            <a:ext cx="831595" cy="2074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/>
          <p:cNvSpPr/>
          <p:nvPr/>
        </p:nvSpPr>
        <p:spPr>
          <a:xfrm>
            <a:off x="5959293" y="5625094"/>
            <a:ext cx="1300152" cy="5073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8" y="252761"/>
            <a:ext cx="9336940" cy="435576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408664" y="5174166"/>
            <a:ext cx="30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Điền thông tin như trong hình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4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18425" y="1730323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Điền thông tin khai thông</a:t>
            </a:r>
            <a:endParaRPr 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26" y="226883"/>
            <a:ext cx="7745860" cy="150344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55514" y="2105478"/>
            <a:ext cx="3823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Ví dụ khai thông từ dải B09 tới dải B08</a:t>
            </a:r>
            <a:endParaRPr 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55514" y="2885612"/>
            <a:ext cx="4482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Sau đó xuất thông tin danh sách khai thông ra pdf rồi upload lên web. Ví dụ danh sách:</a:t>
            </a:r>
            <a:endParaRPr lang="en-US"/>
          </a:p>
        </p:txBody>
      </p:sp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967554"/>
              </p:ext>
            </p:extLst>
          </p:nvPr>
        </p:nvGraphicFramePr>
        <p:xfrm>
          <a:off x="424990" y="3685570"/>
          <a:ext cx="24860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ackager Shell Object" showAsIcon="1" r:id="rId4" imgW="2486025" imgH="514350" progId="Package">
                  <p:embed/>
                </p:oleObj>
              </mc:Choice>
              <mc:Fallback>
                <p:oleObj name="Packager Shell Object" showAsIcon="1" r:id="rId4" imgW="24860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4990" y="3685570"/>
                        <a:ext cx="24860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136" y="2474810"/>
            <a:ext cx="4438650" cy="1762125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-81683" y="5604858"/>
            <a:ext cx="1227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Ghi lý do: </a:t>
            </a:r>
            <a:r>
              <a:rPr lang="zh-CN" altLang="en-US"/>
              <a:t>阁下， </a:t>
            </a:r>
            <a:r>
              <a:rPr lang="en-US" altLang="zh-CN"/>
              <a:t>Camera360 </a:t>
            </a:r>
            <a:r>
              <a:rPr lang="zh-CN" altLang="en-US"/>
              <a:t>系统的用途是支持各个不同部门的负责人，在办公网络网段内，通过电脑执行 </a:t>
            </a:r>
            <a:r>
              <a:rPr lang="en-US" altLang="zh-CN"/>
              <a:t>BBS </a:t>
            </a:r>
            <a:r>
              <a:rPr lang="zh-CN" altLang="en-US"/>
              <a:t>任务。 关于安全问题，我们也已经进行了保障，因为该系统是通过 </a:t>
            </a:r>
            <a:r>
              <a:rPr lang="en-US" altLang="zh-CN"/>
              <a:t>Smart Office </a:t>
            </a:r>
            <a:r>
              <a:rPr lang="zh-CN" altLang="en-US"/>
              <a:t>登录的。 </a:t>
            </a:r>
          </a:p>
          <a:p>
            <a:r>
              <a:rPr lang="zh-CN" altLang="en-US"/>
              <a:t>因此，恳请您协助延长并开通网络访问权限。</a:t>
            </a:r>
            <a:endParaRPr lang="en-US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2" y="4610578"/>
            <a:ext cx="5547736" cy="95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0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933450" y="180975"/>
            <a:ext cx="671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Info</a:t>
            </a:r>
            <a:endParaRPr lang="en-US" sz="240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1214437"/>
            <a:ext cx="115919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7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162</Words>
  <Application>Microsoft Office PowerPoint</Application>
  <PresentationFormat>寬螢幕</PresentationFormat>
  <Paragraphs>11</Paragraphs>
  <Slides>4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等线</vt:lpstr>
      <vt:lpstr>新細明體</vt:lpstr>
      <vt:lpstr>Arial</vt:lpstr>
      <vt:lpstr>Calibri</vt:lpstr>
      <vt:lpstr>Calibri Light</vt:lpstr>
      <vt:lpstr>Office 佈景主題</vt:lpstr>
      <vt:lpstr>Package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Lanying</dc:creator>
  <cp:lastModifiedBy>Lanying</cp:lastModifiedBy>
  <cp:revision>8</cp:revision>
  <dcterms:created xsi:type="dcterms:W3CDTF">2026-04-15T02:08:35Z</dcterms:created>
  <dcterms:modified xsi:type="dcterms:W3CDTF">2026-04-15T02:52:25Z</dcterms:modified>
</cp:coreProperties>
</file>